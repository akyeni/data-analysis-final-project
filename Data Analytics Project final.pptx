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handoutMasterIdLst>
    <p:handoutMasterId r:id="rId28"/>
  </p:handoutMasterIdLst>
  <p:sldIdLst>
    <p:sldId id="257" r:id="rId5"/>
    <p:sldId id="268" r:id="rId6"/>
    <p:sldId id="261" r:id="rId7"/>
    <p:sldId id="272" r:id="rId8"/>
    <p:sldId id="273" r:id="rId9"/>
    <p:sldId id="262" r:id="rId10"/>
    <p:sldId id="290" r:id="rId11"/>
    <p:sldId id="274" r:id="rId12"/>
    <p:sldId id="275" r:id="rId13"/>
    <p:sldId id="276" r:id="rId14"/>
    <p:sldId id="280" r:id="rId15"/>
    <p:sldId id="289" r:id="rId16"/>
    <p:sldId id="279" r:id="rId17"/>
    <p:sldId id="278" r:id="rId18"/>
    <p:sldId id="277" r:id="rId19"/>
    <p:sldId id="288" r:id="rId20"/>
    <p:sldId id="281" r:id="rId21"/>
    <p:sldId id="282" r:id="rId22"/>
    <p:sldId id="283" r:id="rId23"/>
    <p:sldId id="284" r:id="rId24"/>
    <p:sldId id="285" r:id="rId25"/>
    <p:sldId id="287" r:id="rId26"/>
  </p:sldIdLst>
  <p:sldSz cx="12188825" cy="6858000"/>
  <p:notesSz cx="6858000" cy="9144000"/>
  <p:defaultTextStyle>
    <a:defPPr rtl="0">
      <a:defRPr lang="fr-f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D8D"/>
    <a:srgbClr val="270628"/>
    <a:srgbClr val="800080"/>
    <a:srgbClr val="394404"/>
    <a:srgbClr val="5F6F0F"/>
    <a:srgbClr val="718412"/>
    <a:srgbClr val="65741A"/>
    <a:srgbClr val="70811D"/>
    <a:srgbClr val="7B8D1F"/>
    <a:srgbClr val="8397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0" autoAdjust="0"/>
    <p:restoredTop sz="96437" autoAdjust="0"/>
  </p:normalViewPr>
  <p:slideViewPr>
    <p:cSldViewPr>
      <p:cViewPr varScale="1">
        <p:scale>
          <a:sx n="92" d="100"/>
          <a:sy n="92" d="100"/>
        </p:scale>
        <p:origin x="184" y="64"/>
      </p:cViewPr>
      <p:guideLst>
        <p:guide orient="horz" pos="2160"/>
        <p:guide pos="3839"/>
      </p:guideLst>
    </p:cSldViewPr>
  </p:slideViewPr>
  <p:notesTextViewPr>
    <p:cViewPr>
      <p:scale>
        <a:sx n="1" d="1"/>
        <a:sy n="1" d="1"/>
      </p:scale>
      <p:origin x="0" y="0"/>
    </p:cViewPr>
  </p:notesTextViewPr>
  <p:notesViewPr>
    <p:cSldViewPr showGuides="1">
      <p:cViewPr varScale="1">
        <p:scale>
          <a:sx n="90" d="100"/>
          <a:sy n="90" d="100"/>
        </p:scale>
        <p:origin x="377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berly NUNEKPEKU" userId="9b60a45deb2ea96c" providerId="LiveId" clId="{7165D37D-4EBD-4BC1-930A-7C164D1AC4CD}"/>
    <pc:docChg chg="custSel addSld delSld modSld sldOrd">
      <pc:chgData name="Kimberly NUNEKPEKU" userId="9b60a45deb2ea96c" providerId="LiveId" clId="{7165D37D-4EBD-4BC1-930A-7C164D1AC4CD}" dt="2026-04-16T12:00:34.907" v="366" actId="1076"/>
      <pc:docMkLst>
        <pc:docMk/>
      </pc:docMkLst>
      <pc:sldChg chg="modTransition addAnim delAnim modAnim">
        <pc:chgData name="Kimberly NUNEKPEKU" userId="9b60a45deb2ea96c" providerId="LiveId" clId="{7165D37D-4EBD-4BC1-930A-7C164D1AC4CD}" dt="2026-04-16T10:36:33.334" v="177"/>
        <pc:sldMkLst>
          <pc:docMk/>
          <pc:sldMk cId="1332291891" sldId="257"/>
        </pc:sldMkLst>
      </pc:sldChg>
      <pc:sldChg chg="modTransition addAnim delAnim modAnim">
        <pc:chgData name="Kimberly NUNEKPEKU" userId="9b60a45deb2ea96c" providerId="LiveId" clId="{7165D37D-4EBD-4BC1-930A-7C164D1AC4CD}" dt="2026-04-16T10:37:57.414" v="189"/>
        <pc:sldMkLst>
          <pc:docMk/>
          <pc:sldMk cId="2672039197" sldId="261"/>
        </pc:sldMkLst>
      </pc:sldChg>
      <pc:sldChg chg="addSp delSp modSp mod modTransition addAnim delAnim modAnim">
        <pc:chgData name="Kimberly NUNEKPEKU" userId="9b60a45deb2ea96c" providerId="LiveId" clId="{7165D37D-4EBD-4BC1-930A-7C164D1AC4CD}" dt="2026-04-16T11:50:46.706" v="352" actId="478"/>
        <pc:sldMkLst>
          <pc:docMk/>
          <pc:sldMk cId="397710800" sldId="262"/>
        </pc:sldMkLst>
        <pc:picChg chg="add mod">
          <ac:chgData name="Kimberly NUNEKPEKU" userId="9b60a45deb2ea96c" providerId="LiveId" clId="{7165D37D-4EBD-4BC1-930A-7C164D1AC4CD}" dt="2026-04-16T11:50:08.994" v="345" actId="1076"/>
          <ac:picMkLst>
            <pc:docMk/>
            <pc:sldMk cId="397710800" sldId="262"/>
            <ac:picMk id="2" creationId="{C79F595A-C8E1-4660-5120-1E28E522CDA2}"/>
          </ac:picMkLst>
        </pc:picChg>
        <pc:picChg chg="add del mod">
          <ac:chgData name="Kimberly NUNEKPEKU" userId="9b60a45deb2ea96c" providerId="LiveId" clId="{7165D37D-4EBD-4BC1-930A-7C164D1AC4CD}" dt="2026-04-16T11:50:46.706" v="352" actId="478"/>
          <ac:picMkLst>
            <pc:docMk/>
            <pc:sldMk cId="397710800" sldId="262"/>
            <ac:picMk id="5" creationId="{CB5CA4B7-27FF-5EC2-D546-6CFC64FE7D81}"/>
          </ac:picMkLst>
        </pc:picChg>
        <pc:picChg chg="mod">
          <ac:chgData name="Kimberly NUNEKPEKU" userId="9b60a45deb2ea96c" providerId="LiveId" clId="{7165D37D-4EBD-4BC1-930A-7C164D1AC4CD}" dt="2026-04-16T11:31:40.808" v="339" actId="1076"/>
          <ac:picMkLst>
            <pc:docMk/>
            <pc:sldMk cId="397710800" sldId="262"/>
            <ac:picMk id="8" creationId="{0DCA1D7F-DCBE-8FE9-2D4D-6E27724B9F38}"/>
          </ac:picMkLst>
        </pc:picChg>
      </pc:sldChg>
      <pc:sldChg chg="modSp mod modTransition addAnim delAnim modAnim">
        <pc:chgData name="Kimberly NUNEKPEKU" userId="9b60a45deb2ea96c" providerId="LiveId" clId="{7165D37D-4EBD-4BC1-930A-7C164D1AC4CD}" dt="2026-04-16T10:37:30.173" v="185"/>
        <pc:sldMkLst>
          <pc:docMk/>
          <pc:sldMk cId="3529114326" sldId="268"/>
        </pc:sldMkLst>
        <pc:spChg chg="mod">
          <ac:chgData name="Kimberly NUNEKPEKU" userId="9b60a45deb2ea96c" providerId="LiveId" clId="{7165D37D-4EBD-4BC1-930A-7C164D1AC4CD}" dt="2026-04-15T20:51:39.412" v="16" actId="20577"/>
          <ac:spMkLst>
            <pc:docMk/>
            <pc:sldMk cId="3529114326" sldId="268"/>
            <ac:spMk id="4" creationId="{1AB6CDC9-FF56-63B9-8D2B-8056B63224A6}"/>
          </ac:spMkLst>
        </pc:spChg>
      </pc:sldChg>
      <pc:sldChg chg="modTransition addAnim delAnim modAnim">
        <pc:chgData name="Kimberly NUNEKPEKU" userId="9b60a45deb2ea96c" providerId="LiveId" clId="{7165D37D-4EBD-4BC1-930A-7C164D1AC4CD}" dt="2026-04-16T10:38:23.853" v="193"/>
        <pc:sldMkLst>
          <pc:docMk/>
          <pc:sldMk cId="4234177795" sldId="272"/>
        </pc:sldMkLst>
      </pc:sldChg>
      <pc:sldChg chg="modTransition addAnim delAnim modAnim">
        <pc:chgData name="Kimberly NUNEKPEKU" userId="9b60a45deb2ea96c" providerId="LiveId" clId="{7165D37D-4EBD-4BC1-930A-7C164D1AC4CD}" dt="2026-04-16T10:39:17.648" v="201"/>
        <pc:sldMkLst>
          <pc:docMk/>
          <pc:sldMk cId="777035346" sldId="273"/>
        </pc:sldMkLst>
      </pc:sldChg>
      <pc:sldChg chg="addSp modSp mod modTransition addAnim delAnim modAnim">
        <pc:chgData name="Kimberly NUNEKPEKU" userId="9b60a45deb2ea96c" providerId="LiveId" clId="{7165D37D-4EBD-4BC1-930A-7C164D1AC4CD}" dt="2026-04-16T12:00:34.907" v="366" actId="1076"/>
        <pc:sldMkLst>
          <pc:docMk/>
          <pc:sldMk cId="4158477778" sldId="274"/>
        </pc:sldMkLst>
        <pc:picChg chg="mod">
          <ac:chgData name="Kimberly NUNEKPEKU" userId="9b60a45deb2ea96c" providerId="LiveId" clId="{7165D37D-4EBD-4BC1-930A-7C164D1AC4CD}" dt="2026-04-16T12:00:26.285" v="363" actId="1076"/>
          <ac:picMkLst>
            <pc:docMk/>
            <pc:sldMk cId="4158477778" sldId="274"/>
            <ac:picMk id="4" creationId="{22DDEA01-2164-3179-907D-A44AF1A1C8EE}"/>
          </ac:picMkLst>
        </pc:picChg>
        <pc:picChg chg="add mod">
          <ac:chgData name="Kimberly NUNEKPEKU" userId="9b60a45deb2ea96c" providerId="LiveId" clId="{7165D37D-4EBD-4BC1-930A-7C164D1AC4CD}" dt="2026-04-16T12:00:34.907" v="366" actId="1076"/>
          <ac:picMkLst>
            <pc:docMk/>
            <pc:sldMk cId="4158477778" sldId="274"/>
            <ac:picMk id="5" creationId="{DB9946B9-67D2-C9B1-1637-06D3B35BD719}"/>
          </ac:picMkLst>
        </pc:picChg>
      </pc:sldChg>
      <pc:sldChg chg="modTransition addAnim delAnim modAnim">
        <pc:chgData name="Kimberly NUNEKPEKU" userId="9b60a45deb2ea96c" providerId="LiveId" clId="{7165D37D-4EBD-4BC1-930A-7C164D1AC4CD}" dt="2026-04-16T10:41:12.699" v="221"/>
        <pc:sldMkLst>
          <pc:docMk/>
          <pc:sldMk cId="1864233710" sldId="275"/>
        </pc:sldMkLst>
      </pc:sldChg>
      <pc:sldChg chg="modTransition modAnim">
        <pc:chgData name="Kimberly NUNEKPEKU" userId="9b60a45deb2ea96c" providerId="LiveId" clId="{7165D37D-4EBD-4BC1-930A-7C164D1AC4CD}" dt="2026-04-16T10:44:01.264" v="225"/>
        <pc:sldMkLst>
          <pc:docMk/>
          <pc:sldMk cId="3769472153" sldId="276"/>
        </pc:sldMkLst>
      </pc:sldChg>
      <pc:sldChg chg="modTransition">
        <pc:chgData name="Kimberly NUNEKPEKU" userId="9b60a45deb2ea96c" providerId="LiveId" clId="{7165D37D-4EBD-4BC1-930A-7C164D1AC4CD}" dt="2026-04-16T10:23:28.936" v="148"/>
        <pc:sldMkLst>
          <pc:docMk/>
          <pc:sldMk cId="963870997" sldId="277"/>
        </pc:sldMkLst>
      </pc:sldChg>
      <pc:sldChg chg="modTransition">
        <pc:chgData name="Kimberly NUNEKPEKU" userId="9b60a45deb2ea96c" providerId="LiveId" clId="{7165D37D-4EBD-4BC1-930A-7C164D1AC4CD}" dt="2026-04-16T10:23:36.328" v="149"/>
        <pc:sldMkLst>
          <pc:docMk/>
          <pc:sldMk cId="2996117150" sldId="278"/>
        </pc:sldMkLst>
      </pc:sldChg>
      <pc:sldChg chg="modTransition">
        <pc:chgData name="Kimberly NUNEKPEKU" userId="9b60a45deb2ea96c" providerId="LiveId" clId="{7165D37D-4EBD-4BC1-930A-7C164D1AC4CD}" dt="2026-04-16T10:23:43.295" v="150"/>
        <pc:sldMkLst>
          <pc:docMk/>
          <pc:sldMk cId="3354311299" sldId="279"/>
        </pc:sldMkLst>
      </pc:sldChg>
      <pc:sldChg chg="modTransition">
        <pc:chgData name="Kimberly NUNEKPEKU" userId="9b60a45deb2ea96c" providerId="LiveId" clId="{7165D37D-4EBD-4BC1-930A-7C164D1AC4CD}" dt="2026-04-16T10:23:18.008" v="146"/>
        <pc:sldMkLst>
          <pc:docMk/>
          <pc:sldMk cId="1026259901" sldId="280"/>
        </pc:sldMkLst>
      </pc:sldChg>
      <pc:sldChg chg="addSp modSp add mod modTransition">
        <pc:chgData name="Kimberly NUNEKPEKU" userId="9b60a45deb2ea96c" providerId="LiveId" clId="{7165D37D-4EBD-4BC1-930A-7C164D1AC4CD}" dt="2026-04-16T10:31:23.041" v="172" actId="1076"/>
        <pc:sldMkLst>
          <pc:docMk/>
          <pc:sldMk cId="1241672177" sldId="281"/>
        </pc:sldMkLst>
        <pc:spChg chg="mod">
          <ac:chgData name="Kimberly NUNEKPEKU" userId="9b60a45deb2ea96c" providerId="LiveId" clId="{7165D37D-4EBD-4BC1-930A-7C164D1AC4CD}" dt="2026-04-16T10:31:07.057" v="167" actId="14100"/>
          <ac:spMkLst>
            <pc:docMk/>
            <pc:sldMk cId="1241672177" sldId="281"/>
            <ac:spMk id="2" creationId="{FB3E1E86-F0D9-8243-64EC-40A8ECCCDD7B}"/>
          </ac:spMkLst>
        </pc:spChg>
        <pc:spChg chg="mod">
          <ac:chgData name="Kimberly NUNEKPEKU" userId="9b60a45deb2ea96c" providerId="LiveId" clId="{7165D37D-4EBD-4BC1-930A-7C164D1AC4CD}" dt="2026-04-15T20:51:15.243" v="11" actId="20577"/>
          <ac:spMkLst>
            <pc:docMk/>
            <pc:sldMk cId="1241672177" sldId="281"/>
            <ac:spMk id="7" creationId="{0B490D98-F434-4C66-C410-0928F06FAB89}"/>
          </ac:spMkLst>
        </pc:spChg>
        <pc:picChg chg="add mod">
          <ac:chgData name="Kimberly NUNEKPEKU" userId="9b60a45deb2ea96c" providerId="LiveId" clId="{7165D37D-4EBD-4BC1-930A-7C164D1AC4CD}" dt="2026-04-16T10:31:23.041" v="172" actId="1076"/>
          <ac:picMkLst>
            <pc:docMk/>
            <pc:sldMk cId="1241672177" sldId="281"/>
            <ac:picMk id="4" creationId="{01A9D49A-B38A-992E-FA4D-995437335F75}"/>
          </ac:picMkLst>
        </pc:picChg>
      </pc:sldChg>
      <pc:sldChg chg="addSp modSp add mod modTransition">
        <pc:chgData name="Kimberly NUNEKPEKU" userId="9b60a45deb2ea96c" providerId="LiveId" clId="{7165D37D-4EBD-4BC1-930A-7C164D1AC4CD}" dt="2026-04-16T10:24:02.608" v="152"/>
        <pc:sldMkLst>
          <pc:docMk/>
          <pc:sldMk cId="3535654801" sldId="282"/>
        </pc:sldMkLst>
        <pc:spChg chg="mod">
          <ac:chgData name="Kimberly NUNEKPEKU" userId="9b60a45deb2ea96c" providerId="LiveId" clId="{7165D37D-4EBD-4BC1-930A-7C164D1AC4CD}" dt="2026-04-15T21:12:36.706" v="32" actId="33524"/>
          <ac:spMkLst>
            <pc:docMk/>
            <pc:sldMk cId="3535654801" sldId="282"/>
            <ac:spMk id="2" creationId="{4C91F4C5-BA15-762A-352D-7B9E4C2B375B}"/>
          </ac:spMkLst>
        </pc:spChg>
        <pc:spChg chg="mod">
          <ac:chgData name="Kimberly NUNEKPEKU" userId="9b60a45deb2ea96c" providerId="LiveId" clId="{7165D37D-4EBD-4BC1-930A-7C164D1AC4CD}" dt="2026-04-15T21:11:49.463" v="28" actId="20577"/>
          <ac:spMkLst>
            <pc:docMk/>
            <pc:sldMk cId="3535654801" sldId="282"/>
            <ac:spMk id="7" creationId="{56E612B4-FCE5-61B0-CEF3-926D00497A4E}"/>
          </ac:spMkLst>
        </pc:spChg>
        <pc:picChg chg="add mod">
          <ac:chgData name="Kimberly NUNEKPEKU" userId="9b60a45deb2ea96c" providerId="LiveId" clId="{7165D37D-4EBD-4BC1-930A-7C164D1AC4CD}" dt="2026-04-15T21:13:16.571" v="35" actId="1076"/>
          <ac:picMkLst>
            <pc:docMk/>
            <pc:sldMk cId="3535654801" sldId="282"/>
            <ac:picMk id="4" creationId="{83A8854D-512C-ED0C-D44B-6474E5927743}"/>
          </ac:picMkLst>
        </pc:picChg>
        <pc:picChg chg="add mod">
          <ac:chgData name="Kimberly NUNEKPEKU" userId="9b60a45deb2ea96c" providerId="LiveId" clId="{7165D37D-4EBD-4BC1-930A-7C164D1AC4CD}" dt="2026-04-15T21:14:11.327" v="39" actId="1076"/>
          <ac:picMkLst>
            <pc:docMk/>
            <pc:sldMk cId="3535654801" sldId="282"/>
            <ac:picMk id="6" creationId="{B86C9978-9F4F-E337-1AF3-1EE3D2D0E4BB}"/>
          </ac:picMkLst>
        </pc:picChg>
      </pc:sldChg>
      <pc:sldChg chg="addSp delSp modSp add mod modTransition">
        <pc:chgData name="Kimberly NUNEKPEKU" userId="9b60a45deb2ea96c" providerId="LiveId" clId="{7165D37D-4EBD-4BC1-930A-7C164D1AC4CD}" dt="2026-04-16T10:24:05.829" v="153"/>
        <pc:sldMkLst>
          <pc:docMk/>
          <pc:sldMk cId="2304191097" sldId="283"/>
        </pc:sldMkLst>
        <pc:spChg chg="mod">
          <ac:chgData name="Kimberly NUNEKPEKU" userId="9b60a45deb2ea96c" providerId="LiveId" clId="{7165D37D-4EBD-4BC1-930A-7C164D1AC4CD}" dt="2026-04-15T21:17:32.799" v="66"/>
          <ac:spMkLst>
            <pc:docMk/>
            <pc:sldMk cId="2304191097" sldId="283"/>
            <ac:spMk id="2" creationId="{E02D71F8-9E6D-6E6C-4503-6F1D23CE90DD}"/>
          </ac:spMkLst>
        </pc:spChg>
        <pc:spChg chg="mod">
          <ac:chgData name="Kimberly NUNEKPEKU" userId="9b60a45deb2ea96c" providerId="LiveId" clId="{7165D37D-4EBD-4BC1-930A-7C164D1AC4CD}" dt="2026-04-15T21:14:51.875" v="44" actId="20577"/>
          <ac:spMkLst>
            <pc:docMk/>
            <pc:sldMk cId="2304191097" sldId="283"/>
            <ac:spMk id="7" creationId="{1F920047-DE22-2C06-7315-0875CB974333}"/>
          </ac:spMkLst>
        </pc:spChg>
        <pc:picChg chg="add mod">
          <ac:chgData name="Kimberly NUNEKPEKU" userId="9b60a45deb2ea96c" providerId="LiveId" clId="{7165D37D-4EBD-4BC1-930A-7C164D1AC4CD}" dt="2026-04-15T21:16:20.469" v="62" actId="1076"/>
          <ac:picMkLst>
            <pc:docMk/>
            <pc:sldMk cId="2304191097" sldId="283"/>
            <ac:picMk id="4" creationId="{836261A2-93E0-4800-E339-491B07542613}"/>
          </ac:picMkLst>
        </pc:picChg>
        <pc:picChg chg="add del mod">
          <ac:chgData name="Kimberly NUNEKPEKU" userId="9b60a45deb2ea96c" providerId="LiveId" clId="{7165D37D-4EBD-4BC1-930A-7C164D1AC4CD}" dt="2026-04-15T21:15:56.759" v="55" actId="478"/>
          <ac:picMkLst>
            <pc:docMk/>
            <pc:sldMk cId="2304191097" sldId="283"/>
            <ac:picMk id="6" creationId="{40D7111A-0DFE-BCB9-78FC-01882C69F796}"/>
          </ac:picMkLst>
        </pc:picChg>
        <pc:picChg chg="add mod">
          <ac:chgData name="Kimberly NUNEKPEKU" userId="9b60a45deb2ea96c" providerId="LiveId" clId="{7165D37D-4EBD-4BC1-930A-7C164D1AC4CD}" dt="2026-04-15T21:16:28.823" v="65" actId="1076"/>
          <ac:picMkLst>
            <pc:docMk/>
            <pc:sldMk cId="2304191097" sldId="283"/>
            <ac:picMk id="9" creationId="{E8913552-EC09-E640-3234-7F3AA8FC483F}"/>
          </ac:picMkLst>
        </pc:picChg>
      </pc:sldChg>
      <pc:sldChg chg="new del">
        <pc:chgData name="Kimberly NUNEKPEKU" userId="9b60a45deb2ea96c" providerId="LiveId" clId="{7165D37D-4EBD-4BC1-930A-7C164D1AC4CD}" dt="2026-04-15T20:27:18.406" v="3" actId="2696"/>
        <pc:sldMkLst>
          <pc:docMk/>
          <pc:sldMk cId="2552426694" sldId="283"/>
        </pc:sldMkLst>
      </pc:sldChg>
      <pc:sldChg chg="addSp delSp modSp add mod modTransition">
        <pc:chgData name="Kimberly NUNEKPEKU" userId="9b60a45deb2ea96c" providerId="LiveId" clId="{7165D37D-4EBD-4BC1-930A-7C164D1AC4CD}" dt="2026-04-16T10:24:10.110" v="154"/>
        <pc:sldMkLst>
          <pc:docMk/>
          <pc:sldMk cId="3399903353" sldId="284"/>
        </pc:sldMkLst>
        <pc:spChg chg="mod">
          <ac:chgData name="Kimberly NUNEKPEKU" userId="9b60a45deb2ea96c" providerId="LiveId" clId="{7165D37D-4EBD-4BC1-930A-7C164D1AC4CD}" dt="2026-04-15T21:23:16.999" v="105" actId="14100"/>
          <ac:spMkLst>
            <pc:docMk/>
            <pc:sldMk cId="3399903353" sldId="284"/>
            <ac:spMk id="2" creationId="{D140C843-5B6E-D86B-D411-F9921C6AFE42}"/>
          </ac:spMkLst>
        </pc:spChg>
        <pc:spChg chg="mod">
          <ac:chgData name="Kimberly NUNEKPEKU" userId="9b60a45deb2ea96c" providerId="LiveId" clId="{7165D37D-4EBD-4BC1-930A-7C164D1AC4CD}" dt="2026-04-15T21:18:26.005" v="72" actId="14100"/>
          <ac:spMkLst>
            <pc:docMk/>
            <pc:sldMk cId="3399903353" sldId="284"/>
            <ac:spMk id="7" creationId="{139A1D31-B589-FE3B-1DFA-3CB5C4D7B48C}"/>
          </ac:spMkLst>
        </pc:spChg>
        <pc:spChg chg="add mod">
          <ac:chgData name="Kimberly NUNEKPEKU" userId="9b60a45deb2ea96c" providerId="LiveId" clId="{7165D37D-4EBD-4BC1-930A-7C164D1AC4CD}" dt="2026-04-15T21:23:28.534" v="107" actId="1076"/>
          <ac:spMkLst>
            <pc:docMk/>
            <pc:sldMk cId="3399903353" sldId="284"/>
            <ac:spMk id="11" creationId="{DBDA19E2-10A4-967E-08B9-D1FD848D956B}"/>
          </ac:spMkLst>
        </pc:spChg>
        <pc:picChg chg="add mod ord">
          <ac:chgData name="Kimberly NUNEKPEKU" userId="9b60a45deb2ea96c" providerId="LiveId" clId="{7165D37D-4EBD-4BC1-930A-7C164D1AC4CD}" dt="2026-04-15T21:23:06.999" v="103" actId="1076"/>
          <ac:picMkLst>
            <pc:docMk/>
            <pc:sldMk cId="3399903353" sldId="284"/>
            <ac:picMk id="4" creationId="{26C51D3B-39A2-FC05-AD15-74CFBDD5976E}"/>
          </ac:picMkLst>
        </pc:picChg>
        <pc:picChg chg="add del">
          <ac:chgData name="Kimberly NUNEKPEKU" userId="9b60a45deb2ea96c" providerId="LiveId" clId="{7165D37D-4EBD-4BC1-930A-7C164D1AC4CD}" dt="2026-04-15T21:19:55.374" v="84" actId="478"/>
          <ac:picMkLst>
            <pc:docMk/>
            <pc:sldMk cId="3399903353" sldId="284"/>
            <ac:picMk id="6" creationId="{1B974939-716C-23E1-8A74-BC752319EC97}"/>
          </ac:picMkLst>
        </pc:picChg>
        <pc:picChg chg="add mod">
          <ac:chgData name="Kimberly NUNEKPEKU" userId="9b60a45deb2ea96c" providerId="LiveId" clId="{7165D37D-4EBD-4BC1-930A-7C164D1AC4CD}" dt="2026-04-15T21:23:03.071" v="102" actId="1076"/>
          <ac:picMkLst>
            <pc:docMk/>
            <pc:sldMk cId="3399903353" sldId="284"/>
            <ac:picMk id="9" creationId="{571F1DCF-0D90-BB75-9FFE-A44E236E0A30}"/>
          </ac:picMkLst>
        </pc:picChg>
      </pc:sldChg>
      <pc:sldChg chg="addSp modSp add mod modTransition">
        <pc:chgData name="Kimberly NUNEKPEKU" userId="9b60a45deb2ea96c" providerId="LiveId" clId="{7165D37D-4EBD-4BC1-930A-7C164D1AC4CD}" dt="2026-04-16T10:29:33.913" v="166" actId="1076"/>
        <pc:sldMkLst>
          <pc:docMk/>
          <pc:sldMk cId="1308396635" sldId="285"/>
        </pc:sldMkLst>
        <pc:spChg chg="mod">
          <ac:chgData name="Kimberly NUNEKPEKU" userId="9b60a45deb2ea96c" providerId="LiveId" clId="{7165D37D-4EBD-4BC1-930A-7C164D1AC4CD}" dt="2026-04-16T10:28:38.691" v="163" actId="1076"/>
          <ac:spMkLst>
            <pc:docMk/>
            <pc:sldMk cId="1308396635" sldId="285"/>
            <ac:spMk id="2" creationId="{76B99CCD-31BD-370B-F415-A25B3902AF58}"/>
          </ac:spMkLst>
        </pc:spChg>
        <pc:spChg chg="mod">
          <ac:chgData name="Kimberly NUNEKPEKU" userId="9b60a45deb2ea96c" providerId="LiveId" clId="{7165D37D-4EBD-4BC1-930A-7C164D1AC4CD}" dt="2026-04-15T21:30:46.626" v="113" actId="1076"/>
          <ac:spMkLst>
            <pc:docMk/>
            <pc:sldMk cId="1308396635" sldId="285"/>
            <ac:spMk id="7" creationId="{8850EE7E-48E7-A3A5-FCEC-CA70CB3EAF2D}"/>
          </ac:spMkLst>
        </pc:spChg>
        <pc:picChg chg="add mod">
          <ac:chgData name="Kimberly NUNEKPEKU" userId="9b60a45deb2ea96c" providerId="LiveId" clId="{7165D37D-4EBD-4BC1-930A-7C164D1AC4CD}" dt="2026-04-16T10:29:33.913" v="166" actId="1076"/>
          <ac:picMkLst>
            <pc:docMk/>
            <pc:sldMk cId="1308396635" sldId="285"/>
            <ac:picMk id="4" creationId="{C24F0607-D6EC-88AD-59FB-BB2AF61F1F4A}"/>
          </ac:picMkLst>
        </pc:picChg>
      </pc:sldChg>
      <pc:sldChg chg="modSp add del mod">
        <pc:chgData name="Kimberly NUNEKPEKU" userId="9b60a45deb2ea96c" providerId="LiveId" clId="{7165D37D-4EBD-4BC1-930A-7C164D1AC4CD}" dt="2026-04-15T23:27:15.522" v="134" actId="2696"/>
        <pc:sldMkLst>
          <pc:docMk/>
          <pc:sldMk cId="3992793454" sldId="286"/>
        </pc:sldMkLst>
        <pc:spChg chg="mod">
          <ac:chgData name="Kimberly NUNEKPEKU" userId="9b60a45deb2ea96c" providerId="LiveId" clId="{7165D37D-4EBD-4BC1-930A-7C164D1AC4CD}" dt="2026-04-15T23:25:27.699" v="126" actId="27636"/>
          <ac:spMkLst>
            <pc:docMk/>
            <pc:sldMk cId="3992793454" sldId="286"/>
            <ac:spMk id="7" creationId="{6DFB7EC3-EDC2-216A-D17D-315D0D449C26}"/>
          </ac:spMkLst>
        </pc:spChg>
      </pc:sldChg>
      <pc:sldChg chg="addSp delSp modSp add mod ord modTransition">
        <pc:chgData name="Kimberly NUNEKPEKU" userId="9b60a45deb2ea96c" providerId="LiveId" clId="{7165D37D-4EBD-4BC1-930A-7C164D1AC4CD}" dt="2026-04-16T10:48:38.108" v="325" actId="1076"/>
        <pc:sldMkLst>
          <pc:docMk/>
          <pc:sldMk cId="103510147" sldId="287"/>
        </pc:sldMkLst>
        <pc:spChg chg="mod">
          <ac:chgData name="Kimberly NUNEKPEKU" userId="9b60a45deb2ea96c" providerId="LiveId" clId="{7165D37D-4EBD-4BC1-930A-7C164D1AC4CD}" dt="2026-04-15T22:22:03.328" v="121" actId="5793"/>
          <ac:spMkLst>
            <pc:docMk/>
            <pc:sldMk cId="103510147" sldId="287"/>
            <ac:spMk id="2" creationId="{210982E1-F971-9168-1C36-F4C58906FFC6}"/>
          </ac:spMkLst>
        </pc:spChg>
        <pc:spChg chg="mod">
          <ac:chgData name="Kimberly NUNEKPEKU" userId="9b60a45deb2ea96c" providerId="LiveId" clId="{7165D37D-4EBD-4BC1-930A-7C164D1AC4CD}" dt="2026-04-15T22:22:17.745" v="122"/>
          <ac:spMkLst>
            <pc:docMk/>
            <pc:sldMk cId="103510147" sldId="287"/>
            <ac:spMk id="7" creationId="{DB1FACB3-CA1A-ACC2-26C1-E1A9BAA4E458}"/>
          </ac:spMkLst>
        </pc:spChg>
        <pc:picChg chg="add del">
          <ac:chgData name="Kimberly NUNEKPEKU" userId="9b60a45deb2ea96c" providerId="LiveId" clId="{7165D37D-4EBD-4BC1-930A-7C164D1AC4CD}" dt="2026-04-15T23:26:37.531" v="130" actId="478"/>
          <ac:picMkLst>
            <pc:docMk/>
            <pc:sldMk cId="103510147" sldId="287"/>
            <ac:picMk id="4" creationId="{30DB3F93-69CA-C075-60A3-472DF925E4CB}"/>
          </ac:picMkLst>
        </pc:picChg>
        <pc:picChg chg="add mod">
          <ac:chgData name="Kimberly NUNEKPEKU" userId="9b60a45deb2ea96c" providerId="LiveId" clId="{7165D37D-4EBD-4BC1-930A-7C164D1AC4CD}" dt="2026-04-16T10:48:08.045" v="322" actId="1076"/>
          <ac:picMkLst>
            <pc:docMk/>
            <pc:sldMk cId="103510147" sldId="287"/>
            <ac:picMk id="6" creationId="{FD0B27D6-BF7A-4CED-5A41-0AF3BC878138}"/>
          </ac:picMkLst>
        </pc:picChg>
        <pc:picChg chg="add mod">
          <ac:chgData name="Kimberly NUNEKPEKU" userId="9b60a45deb2ea96c" providerId="LiveId" clId="{7165D37D-4EBD-4BC1-930A-7C164D1AC4CD}" dt="2026-04-16T10:48:38.108" v="325" actId="1076"/>
          <ac:picMkLst>
            <pc:docMk/>
            <pc:sldMk cId="103510147" sldId="287"/>
            <ac:picMk id="1026" creationId="{61694A2A-B2D9-B2C7-E713-335B8591E9D6}"/>
          </ac:picMkLst>
        </pc:picChg>
      </pc:sldChg>
      <pc:sldChg chg="addSp delSp modSp add mod addAnim delAnim modAnim">
        <pc:chgData name="Kimberly NUNEKPEKU" userId="9b60a45deb2ea96c" providerId="LiveId" clId="{7165D37D-4EBD-4BC1-930A-7C164D1AC4CD}" dt="2026-04-16T10:47:08.361" v="320"/>
        <pc:sldMkLst>
          <pc:docMk/>
          <pc:sldMk cId="4100571255" sldId="288"/>
        </pc:sldMkLst>
        <pc:spChg chg="del mod">
          <ac:chgData name="Kimberly NUNEKPEKU" userId="9b60a45deb2ea96c" providerId="LiveId" clId="{7165D37D-4EBD-4BC1-930A-7C164D1AC4CD}" dt="2026-04-16T10:44:26.731" v="229" actId="478"/>
          <ac:spMkLst>
            <pc:docMk/>
            <pc:sldMk cId="4100571255" sldId="288"/>
            <ac:spMk id="2" creationId="{6E6FE8BA-3E70-026B-8C9E-195148A473F9}"/>
          </ac:spMkLst>
        </pc:spChg>
        <pc:spChg chg="add del mod">
          <ac:chgData name="Kimberly NUNEKPEKU" userId="9b60a45deb2ea96c" providerId="LiveId" clId="{7165D37D-4EBD-4BC1-930A-7C164D1AC4CD}" dt="2026-04-16T10:45:19.204" v="232" actId="478"/>
          <ac:spMkLst>
            <pc:docMk/>
            <pc:sldMk cId="4100571255" sldId="288"/>
            <ac:spMk id="3" creationId="{4100115F-71C9-8CAA-CAD2-1B692A43B8D4}"/>
          </ac:spMkLst>
        </pc:spChg>
        <pc:spChg chg="mod">
          <ac:chgData name="Kimberly NUNEKPEKU" userId="9b60a45deb2ea96c" providerId="LiveId" clId="{7165D37D-4EBD-4BC1-930A-7C164D1AC4CD}" dt="2026-04-16T10:46:39.908" v="316" actId="20577"/>
          <ac:spMkLst>
            <pc:docMk/>
            <pc:sldMk cId="4100571255" sldId="288"/>
            <ac:spMk id="7" creationId="{523906D7-F22C-DC4B-7E40-22804D5B2CFE}"/>
          </ac:spMkLst>
        </pc:spChg>
        <pc:picChg chg="add mod">
          <ac:chgData name="Kimberly NUNEKPEKU" userId="9b60a45deb2ea96c" providerId="LiveId" clId="{7165D37D-4EBD-4BC1-930A-7C164D1AC4CD}" dt="2026-04-16T10:45:42.240" v="238" actId="1440"/>
          <ac:picMkLst>
            <pc:docMk/>
            <pc:sldMk cId="4100571255" sldId="288"/>
            <ac:picMk id="5" creationId="{2752040C-562B-E82F-7C09-9E4EEA2FD331}"/>
          </ac:picMkLst>
        </pc:picChg>
      </pc:sldChg>
      <pc:sldChg chg="addSp delSp modSp new mod">
        <pc:chgData name="Kimberly NUNEKPEKU" userId="9b60a45deb2ea96c" providerId="LiveId" clId="{7165D37D-4EBD-4BC1-930A-7C164D1AC4CD}" dt="2026-04-16T11:30:32.632" v="338" actId="14100"/>
        <pc:sldMkLst>
          <pc:docMk/>
          <pc:sldMk cId="3698219585" sldId="289"/>
        </pc:sldMkLst>
        <pc:spChg chg="del">
          <ac:chgData name="Kimberly NUNEKPEKU" userId="9b60a45deb2ea96c" providerId="LiveId" clId="{7165D37D-4EBD-4BC1-930A-7C164D1AC4CD}" dt="2026-04-16T11:29:14.894" v="331" actId="478"/>
          <ac:spMkLst>
            <pc:docMk/>
            <pc:sldMk cId="3698219585" sldId="289"/>
            <ac:spMk id="2" creationId="{2195257D-047B-06B4-FC27-C9AC7BB55D07}"/>
          </ac:spMkLst>
        </pc:spChg>
        <pc:spChg chg="del">
          <ac:chgData name="Kimberly NUNEKPEKU" userId="9b60a45deb2ea96c" providerId="LiveId" clId="{7165D37D-4EBD-4BC1-930A-7C164D1AC4CD}" dt="2026-04-16T11:29:07.911" v="329" actId="478"/>
          <ac:spMkLst>
            <pc:docMk/>
            <pc:sldMk cId="3698219585" sldId="289"/>
            <ac:spMk id="3" creationId="{49201BAE-178B-E20B-1EB4-95473F8E0B08}"/>
          </ac:spMkLst>
        </pc:spChg>
        <pc:spChg chg="del">
          <ac:chgData name="Kimberly NUNEKPEKU" userId="9b60a45deb2ea96c" providerId="LiveId" clId="{7165D37D-4EBD-4BC1-930A-7C164D1AC4CD}" dt="2026-04-16T11:29:03.186" v="327" actId="478"/>
          <ac:spMkLst>
            <pc:docMk/>
            <pc:sldMk cId="3698219585" sldId="289"/>
            <ac:spMk id="4" creationId="{804E8325-FCDC-19C9-4BC8-55D52ABF4EA4}"/>
          </ac:spMkLst>
        </pc:spChg>
        <pc:spChg chg="del">
          <ac:chgData name="Kimberly NUNEKPEKU" userId="9b60a45deb2ea96c" providerId="LiveId" clId="{7165D37D-4EBD-4BC1-930A-7C164D1AC4CD}" dt="2026-04-16T11:29:10.670" v="330" actId="478"/>
          <ac:spMkLst>
            <pc:docMk/>
            <pc:sldMk cId="3698219585" sldId="289"/>
            <ac:spMk id="5" creationId="{FFD330EB-720E-B2CB-12E1-44F6F169A234}"/>
          </ac:spMkLst>
        </pc:spChg>
        <pc:spChg chg="del">
          <ac:chgData name="Kimberly NUNEKPEKU" userId="9b60a45deb2ea96c" providerId="LiveId" clId="{7165D37D-4EBD-4BC1-930A-7C164D1AC4CD}" dt="2026-04-16T11:29:05.768" v="328" actId="478"/>
          <ac:spMkLst>
            <pc:docMk/>
            <pc:sldMk cId="3698219585" sldId="289"/>
            <ac:spMk id="6" creationId="{9F376E05-2C25-8AC3-4C6D-C3FD2F4AFD21}"/>
          </ac:spMkLst>
        </pc:spChg>
        <pc:picChg chg="add mod">
          <ac:chgData name="Kimberly NUNEKPEKU" userId="9b60a45deb2ea96c" providerId="LiveId" clId="{7165D37D-4EBD-4BC1-930A-7C164D1AC4CD}" dt="2026-04-16T11:29:59.640" v="334" actId="1076"/>
          <ac:picMkLst>
            <pc:docMk/>
            <pc:sldMk cId="3698219585" sldId="289"/>
            <ac:picMk id="2050" creationId="{066DE817-461E-CFA4-A6FA-52660F519200}"/>
          </ac:picMkLst>
        </pc:picChg>
        <pc:picChg chg="add mod">
          <ac:chgData name="Kimberly NUNEKPEKU" userId="9b60a45deb2ea96c" providerId="LiveId" clId="{7165D37D-4EBD-4BC1-930A-7C164D1AC4CD}" dt="2026-04-16T11:30:32.632" v="338" actId="14100"/>
          <ac:picMkLst>
            <pc:docMk/>
            <pc:sldMk cId="3698219585" sldId="289"/>
            <ac:picMk id="2052" creationId="{AEDDEEEF-43EC-0181-CB83-442A59CA24FF}"/>
          </ac:picMkLst>
        </pc:picChg>
      </pc:sldChg>
      <pc:sldChg chg="addSp delSp modSp new mod">
        <pc:chgData name="Kimberly NUNEKPEKU" userId="9b60a45deb2ea96c" providerId="LiveId" clId="{7165D37D-4EBD-4BC1-930A-7C164D1AC4CD}" dt="2026-04-16T11:52:18.097" v="362" actId="14100"/>
        <pc:sldMkLst>
          <pc:docMk/>
          <pc:sldMk cId="2162897802" sldId="290"/>
        </pc:sldMkLst>
        <pc:spChg chg="del mod">
          <ac:chgData name="Kimberly NUNEKPEKU" userId="9b60a45deb2ea96c" providerId="LiveId" clId="{7165D37D-4EBD-4BC1-930A-7C164D1AC4CD}" dt="2026-04-16T11:51:06.282" v="356" actId="478"/>
          <ac:spMkLst>
            <pc:docMk/>
            <pc:sldMk cId="2162897802" sldId="290"/>
            <ac:spMk id="2" creationId="{152E2563-8B52-A9CE-8CA0-9422BC7B4754}"/>
          </ac:spMkLst>
        </pc:spChg>
        <pc:picChg chg="add mod">
          <ac:chgData name="Kimberly NUNEKPEKU" userId="9b60a45deb2ea96c" providerId="LiveId" clId="{7165D37D-4EBD-4BC1-930A-7C164D1AC4CD}" dt="2026-04-16T11:52:18.097" v="362" actId="14100"/>
          <ac:picMkLst>
            <pc:docMk/>
            <pc:sldMk cId="2162897802" sldId="290"/>
            <ac:picMk id="3" creationId="{4E362FDC-0178-355C-E4B0-7C690852252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fr-FR" dirty="0"/>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D8AF6929-4F16-43A6-8368-BF93843271D3}" type="datetime1">
              <a:rPr lang="fr-FR" smtClean="0"/>
              <a:t>16/04/2026</a:t>
            </a:fld>
            <a:endParaRPr lang="fr-FR" dirty="0"/>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fr-FR" dirty="0"/>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79429053-DC2A-4342-ADD4-2FD729D91E2C}" type="slidenum">
              <a:rPr lang="fr-FR" smtClean="0"/>
              <a:pPr algn="r" rtl="0"/>
              <a:t>‹N°›</a:t>
            </a:fld>
            <a:endParaRPr lang="fr-FR"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lvl1pPr>
          </a:lstStyle>
          <a:p>
            <a:fld id="{4D9CF8A1-AC6C-4B34-A6AF-5306B09514F1}" type="datetime1">
              <a:rPr lang="fr-FR" smtClean="0"/>
              <a:pPr/>
              <a:t>16/04/2026</a:t>
            </a:fld>
            <a:endParaRPr lang="fr-FR" dirty="0"/>
          </a:p>
        </p:txBody>
      </p:sp>
      <p:sp>
        <p:nvSpPr>
          <p:cNvPr id="4" name="Espace réservé d’image de diapositive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rtl="0"/>
            <a:endParaRPr lang="fr-FR" dirty="0"/>
          </a:p>
        </p:txBody>
      </p:sp>
      <p:sp>
        <p:nvSpPr>
          <p:cNvPr id="5" name="Espace réservé des not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fr-FR" dirty="0"/>
              <a:t>Modifiez les styles du texte du masque</a:t>
            </a:r>
          </a:p>
          <a:p>
            <a:pPr lvl="1" rtl="0"/>
            <a:r>
              <a:rPr lang="fr-FR" dirty="0"/>
              <a:t>Deuxième niveau</a:t>
            </a:r>
          </a:p>
          <a:p>
            <a:pPr lvl="2" rtl="0"/>
            <a:r>
              <a:rPr lang="fr-FR" dirty="0"/>
              <a:t>Troisième niveau</a:t>
            </a:r>
          </a:p>
          <a:p>
            <a:pPr lvl="3" rtl="0"/>
            <a:r>
              <a:rPr lang="fr-FR" dirty="0"/>
              <a:t>Quatrième niveau</a:t>
            </a:r>
          </a:p>
          <a:p>
            <a:pPr lvl="4" rtl="0"/>
            <a:r>
              <a:rPr lang="fr-FR" dirty="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a:fld id="{3EBA5BD7-F043-4D1B-AA17-CD412FC534DE}" type="slidenum">
              <a:rPr lang="fr-FR" smtClean="0"/>
              <a:pPr algn="r"/>
              <a:t>‹N°›</a:t>
            </a:fld>
            <a:endParaRPr lang="fr-FR"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1</a:t>
            </a:fld>
            <a:endParaRPr lang="fr-FR" dirty="0"/>
          </a:p>
        </p:txBody>
      </p:sp>
    </p:spTree>
    <p:extLst>
      <p:ext uri="{BB962C8B-B14F-4D97-AF65-F5344CB8AC3E}">
        <p14:creationId xmlns:p14="http://schemas.microsoft.com/office/powerpoint/2010/main" val="3162862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2</a:t>
            </a:fld>
            <a:endParaRPr lang="fr-FR" dirty="0"/>
          </a:p>
        </p:txBody>
      </p:sp>
    </p:spTree>
    <p:extLst>
      <p:ext uri="{BB962C8B-B14F-4D97-AF65-F5344CB8AC3E}">
        <p14:creationId xmlns:p14="http://schemas.microsoft.com/office/powerpoint/2010/main" val="3427575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3</a:t>
            </a:fld>
            <a:endParaRPr lang="fr-FR" dirty="0"/>
          </a:p>
        </p:txBody>
      </p:sp>
    </p:spTree>
    <p:extLst>
      <p:ext uri="{BB962C8B-B14F-4D97-AF65-F5344CB8AC3E}">
        <p14:creationId xmlns:p14="http://schemas.microsoft.com/office/powerpoint/2010/main" val="3636480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C2BC7-5FF7-6446-860A-B40D9FF90C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C4B599-A81D-38E6-4D6F-3DA227168CA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4A4A8BD-D3A2-D137-F43B-21809DF14AD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3FE52E2-FFCB-D19E-A696-7A4A6918F897}"/>
              </a:ext>
            </a:extLst>
          </p:cNvPr>
          <p:cNvSpPr>
            <a:spLocks noGrp="1"/>
          </p:cNvSpPr>
          <p:nvPr>
            <p:ph type="sldNum" sz="quarter" idx="10"/>
          </p:nvPr>
        </p:nvSpPr>
        <p:spPr/>
        <p:txBody>
          <a:bodyPr/>
          <a:lstStyle/>
          <a:p>
            <a:pPr algn="r"/>
            <a:fld id="{3EBA5BD7-F043-4D1B-AA17-CD412FC534DE}" type="slidenum">
              <a:rPr lang="fr-FR" smtClean="0"/>
              <a:pPr algn="r"/>
              <a:t>4</a:t>
            </a:fld>
            <a:endParaRPr lang="fr-FR" dirty="0"/>
          </a:p>
        </p:txBody>
      </p:sp>
    </p:spTree>
    <p:extLst>
      <p:ext uri="{BB962C8B-B14F-4D97-AF65-F5344CB8AC3E}">
        <p14:creationId xmlns:p14="http://schemas.microsoft.com/office/powerpoint/2010/main" val="3504808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AB31-5E0B-729B-4C0E-69571A1200A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C6C2FA-E291-2C38-17EA-49FD3DA110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D381433-17AB-7DF0-1928-B450CA36DA8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7724636-4A44-5AB0-0D08-5D88EB1DAF70}"/>
              </a:ext>
            </a:extLst>
          </p:cNvPr>
          <p:cNvSpPr>
            <a:spLocks noGrp="1"/>
          </p:cNvSpPr>
          <p:nvPr>
            <p:ph type="sldNum" sz="quarter" idx="10"/>
          </p:nvPr>
        </p:nvSpPr>
        <p:spPr/>
        <p:txBody>
          <a:bodyPr/>
          <a:lstStyle/>
          <a:p>
            <a:pPr algn="r"/>
            <a:fld id="{3EBA5BD7-F043-4D1B-AA17-CD412FC534DE}" type="slidenum">
              <a:rPr lang="fr-FR" smtClean="0"/>
              <a:pPr algn="r"/>
              <a:t>5</a:t>
            </a:fld>
            <a:endParaRPr lang="fr-FR" dirty="0"/>
          </a:p>
        </p:txBody>
      </p:sp>
    </p:spTree>
    <p:extLst>
      <p:ext uri="{BB962C8B-B14F-4D97-AF65-F5344CB8AC3E}">
        <p14:creationId xmlns:p14="http://schemas.microsoft.com/office/powerpoint/2010/main" val="6890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6</a:t>
            </a:fld>
            <a:endParaRPr lang="fr-FR" dirty="0"/>
          </a:p>
        </p:txBody>
      </p:sp>
    </p:spTree>
    <p:extLst>
      <p:ext uri="{BB962C8B-B14F-4D97-AF65-F5344CB8AC3E}">
        <p14:creationId xmlns:p14="http://schemas.microsoft.com/office/powerpoint/2010/main" val="3026042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B8CD0-ED61-0290-4AF0-C118E22148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2AF1387-C454-2D47-EA64-5616DF0E13F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A367552-1B20-CAF3-7B98-DBDEF5D5CF8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4E0AEED-99EA-D71B-A294-B1E7D70D3907}"/>
              </a:ext>
            </a:extLst>
          </p:cNvPr>
          <p:cNvSpPr>
            <a:spLocks noGrp="1"/>
          </p:cNvSpPr>
          <p:nvPr>
            <p:ph type="sldNum" sz="quarter" idx="10"/>
          </p:nvPr>
        </p:nvSpPr>
        <p:spPr/>
        <p:txBody>
          <a:bodyPr/>
          <a:lstStyle/>
          <a:p>
            <a:pPr algn="r"/>
            <a:fld id="{3EBA5BD7-F043-4D1B-AA17-CD412FC534DE}" type="slidenum">
              <a:rPr lang="fr-FR" smtClean="0"/>
              <a:pPr algn="r"/>
              <a:t>8</a:t>
            </a:fld>
            <a:endParaRPr lang="fr-FR" dirty="0"/>
          </a:p>
        </p:txBody>
      </p:sp>
    </p:spTree>
    <p:extLst>
      <p:ext uri="{BB962C8B-B14F-4D97-AF65-F5344CB8AC3E}">
        <p14:creationId xmlns:p14="http://schemas.microsoft.com/office/powerpoint/2010/main" val="2143095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06E25-A57B-69B7-2235-754E5DC783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3D56EEE-448E-5832-8672-C2F9DBBBA04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2728B5-30A8-F86A-1CDF-FFB47B2F8F4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23BF0A3-5324-1B63-C850-A3502319805C}"/>
              </a:ext>
            </a:extLst>
          </p:cNvPr>
          <p:cNvSpPr>
            <a:spLocks noGrp="1"/>
          </p:cNvSpPr>
          <p:nvPr>
            <p:ph type="sldNum" sz="quarter" idx="10"/>
          </p:nvPr>
        </p:nvSpPr>
        <p:spPr/>
        <p:txBody>
          <a:bodyPr/>
          <a:lstStyle/>
          <a:p>
            <a:pPr algn="r"/>
            <a:fld id="{3EBA5BD7-F043-4D1B-AA17-CD412FC534DE}" type="slidenum">
              <a:rPr lang="fr-FR" smtClean="0"/>
              <a:pPr algn="r"/>
              <a:t>9</a:t>
            </a:fld>
            <a:endParaRPr lang="fr-FR" dirty="0"/>
          </a:p>
        </p:txBody>
      </p:sp>
    </p:spTree>
    <p:extLst>
      <p:ext uri="{BB962C8B-B14F-4D97-AF65-F5344CB8AC3E}">
        <p14:creationId xmlns:p14="http://schemas.microsoft.com/office/powerpoint/2010/main" val="3339046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891E9-1F2A-DE9B-6E89-509F06687F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80B0C4-E63E-CCA4-D22F-857DDB188C9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EDCC85A-1D4D-C70A-CD6F-71812BB5A6C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2C90075-976D-EDCE-30D6-028320F0B5AB}"/>
              </a:ext>
            </a:extLst>
          </p:cNvPr>
          <p:cNvSpPr>
            <a:spLocks noGrp="1"/>
          </p:cNvSpPr>
          <p:nvPr>
            <p:ph type="sldNum" sz="quarter" idx="10"/>
          </p:nvPr>
        </p:nvSpPr>
        <p:spPr/>
        <p:txBody>
          <a:bodyPr/>
          <a:lstStyle/>
          <a:p>
            <a:pPr algn="r"/>
            <a:fld id="{3EBA5BD7-F043-4D1B-AA17-CD412FC534DE}" type="slidenum">
              <a:rPr lang="fr-FR" smtClean="0"/>
              <a:pPr algn="r"/>
              <a:t>10</a:t>
            </a:fld>
            <a:endParaRPr lang="fr-FR" dirty="0"/>
          </a:p>
        </p:txBody>
      </p:sp>
    </p:spTree>
    <p:extLst>
      <p:ext uri="{BB962C8B-B14F-4D97-AF65-F5344CB8AC3E}">
        <p14:creationId xmlns:p14="http://schemas.microsoft.com/office/powerpoint/2010/main" val="1036855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9483D-6C0B-9B13-3471-0E528A9894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4AF0C7-7452-464B-3076-481A5FF1EA6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475ACFE-8C72-28E4-FBB0-81BEF8403D1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A90DB9D-637C-3659-DED8-6AECC54B48CF}"/>
              </a:ext>
            </a:extLst>
          </p:cNvPr>
          <p:cNvSpPr>
            <a:spLocks noGrp="1"/>
          </p:cNvSpPr>
          <p:nvPr>
            <p:ph type="sldNum" sz="quarter" idx="10"/>
          </p:nvPr>
        </p:nvSpPr>
        <p:spPr/>
        <p:txBody>
          <a:bodyPr/>
          <a:lstStyle/>
          <a:p>
            <a:pPr algn="r"/>
            <a:fld id="{3EBA5BD7-F043-4D1B-AA17-CD412FC534DE}" type="slidenum">
              <a:rPr lang="fr-FR" smtClean="0"/>
              <a:pPr algn="r"/>
              <a:t>11</a:t>
            </a:fld>
            <a:endParaRPr lang="fr-FR" dirty="0"/>
          </a:p>
        </p:txBody>
      </p:sp>
    </p:spTree>
    <p:extLst>
      <p:ext uri="{BB962C8B-B14F-4D97-AF65-F5344CB8AC3E}">
        <p14:creationId xmlns:p14="http://schemas.microsoft.com/office/powerpoint/2010/main" val="3206803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74E51-2DB6-960F-F857-0AFB2012FC9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ACED7BC-9EF7-79F3-150A-8DD8D125FFE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635D563-1BB1-291E-AFAB-E61582D528C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9DF7D68-81BE-81A2-A8BC-F2C82FECDA52}"/>
              </a:ext>
            </a:extLst>
          </p:cNvPr>
          <p:cNvSpPr>
            <a:spLocks noGrp="1"/>
          </p:cNvSpPr>
          <p:nvPr>
            <p:ph type="sldNum" sz="quarter" idx="10"/>
          </p:nvPr>
        </p:nvSpPr>
        <p:spPr/>
        <p:txBody>
          <a:bodyPr/>
          <a:lstStyle/>
          <a:p>
            <a:pPr algn="r"/>
            <a:fld id="{3EBA5BD7-F043-4D1B-AA17-CD412FC534DE}" type="slidenum">
              <a:rPr lang="fr-FR" smtClean="0"/>
              <a:pPr algn="r"/>
              <a:t>13</a:t>
            </a:fld>
            <a:endParaRPr lang="fr-FR" dirty="0"/>
          </a:p>
        </p:txBody>
      </p:sp>
    </p:spTree>
    <p:extLst>
      <p:ext uri="{BB962C8B-B14F-4D97-AF65-F5344CB8AC3E}">
        <p14:creationId xmlns:p14="http://schemas.microsoft.com/office/powerpoint/2010/main" val="3360076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F4954-13E7-2D8A-CFE6-3B0C46467B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E135AF-D7CD-1213-6C38-3AC86670AA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5BD7C58-02B9-AC88-18EE-F9B7CA6CED4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DF55801-1DFD-CBBE-D9F2-DB5D62788D6F}"/>
              </a:ext>
            </a:extLst>
          </p:cNvPr>
          <p:cNvSpPr>
            <a:spLocks noGrp="1"/>
          </p:cNvSpPr>
          <p:nvPr>
            <p:ph type="sldNum" sz="quarter" idx="10"/>
          </p:nvPr>
        </p:nvSpPr>
        <p:spPr/>
        <p:txBody>
          <a:bodyPr/>
          <a:lstStyle/>
          <a:p>
            <a:pPr algn="r"/>
            <a:fld id="{3EBA5BD7-F043-4D1B-AA17-CD412FC534DE}" type="slidenum">
              <a:rPr lang="fr-FR" smtClean="0"/>
              <a:pPr algn="r"/>
              <a:t>14</a:t>
            </a:fld>
            <a:endParaRPr lang="fr-FR" dirty="0"/>
          </a:p>
        </p:txBody>
      </p:sp>
    </p:spTree>
    <p:extLst>
      <p:ext uri="{BB962C8B-B14F-4D97-AF65-F5344CB8AC3E}">
        <p14:creationId xmlns:p14="http://schemas.microsoft.com/office/powerpoint/2010/main" val="407019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64578-2B45-8166-1474-ACBC9A86F2F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5D447BB-500A-D845-F28C-E587689359A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756134B-23F0-09CB-250D-1E087F6A061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E2E9ADB-E0BD-68AC-A292-E2BF17618170}"/>
              </a:ext>
            </a:extLst>
          </p:cNvPr>
          <p:cNvSpPr>
            <a:spLocks noGrp="1"/>
          </p:cNvSpPr>
          <p:nvPr>
            <p:ph type="sldNum" sz="quarter" idx="10"/>
          </p:nvPr>
        </p:nvSpPr>
        <p:spPr/>
        <p:txBody>
          <a:bodyPr/>
          <a:lstStyle/>
          <a:p>
            <a:pPr algn="r"/>
            <a:fld id="{3EBA5BD7-F043-4D1B-AA17-CD412FC534DE}" type="slidenum">
              <a:rPr lang="fr-FR" smtClean="0"/>
              <a:pPr algn="r"/>
              <a:t>15</a:t>
            </a:fld>
            <a:endParaRPr lang="fr-FR" dirty="0"/>
          </a:p>
        </p:txBody>
      </p:sp>
    </p:spTree>
    <p:extLst>
      <p:ext uri="{BB962C8B-B14F-4D97-AF65-F5344CB8AC3E}">
        <p14:creationId xmlns:p14="http://schemas.microsoft.com/office/powerpoint/2010/main" val="487108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25B2-A8DB-A4EC-E465-91D7448A16A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0DAF23-56B1-17CA-C20E-927702601DB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7FC1009-69FA-84E5-0C2C-61C6C82D24D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2D6A646-DDA9-83ED-D509-472DA1536D01}"/>
              </a:ext>
            </a:extLst>
          </p:cNvPr>
          <p:cNvSpPr>
            <a:spLocks noGrp="1"/>
          </p:cNvSpPr>
          <p:nvPr>
            <p:ph type="sldNum" sz="quarter" idx="10"/>
          </p:nvPr>
        </p:nvSpPr>
        <p:spPr/>
        <p:txBody>
          <a:bodyPr/>
          <a:lstStyle/>
          <a:p>
            <a:pPr algn="r"/>
            <a:fld id="{3EBA5BD7-F043-4D1B-AA17-CD412FC534DE}" type="slidenum">
              <a:rPr lang="fr-FR" smtClean="0"/>
              <a:pPr algn="r"/>
              <a:t>16</a:t>
            </a:fld>
            <a:endParaRPr lang="fr-FR" dirty="0"/>
          </a:p>
        </p:txBody>
      </p:sp>
    </p:spTree>
    <p:extLst>
      <p:ext uri="{BB962C8B-B14F-4D97-AF65-F5344CB8AC3E}">
        <p14:creationId xmlns:p14="http://schemas.microsoft.com/office/powerpoint/2010/main" val="1919190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D0CE3-A1E2-068B-E3CE-EA149AB7EC1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534BD9F-A284-21DB-7D1A-82DC4558978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237C9E0-93FF-89A1-6FF2-261E2259491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1BE0D7D-D736-33EF-9954-03772028FD17}"/>
              </a:ext>
            </a:extLst>
          </p:cNvPr>
          <p:cNvSpPr>
            <a:spLocks noGrp="1"/>
          </p:cNvSpPr>
          <p:nvPr>
            <p:ph type="sldNum" sz="quarter" idx="10"/>
          </p:nvPr>
        </p:nvSpPr>
        <p:spPr/>
        <p:txBody>
          <a:bodyPr/>
          <a:lstStyle/>
          <a:p>
            <a:pPr algn="r"/>
            <a:fld id="{3EBA5BD7-F043-4D1B-AA17-CD412FC534DE}" type="slidenum">
              <a:rPr lang="fr-FR" smtClean="0"/>
              <a:pPr algn="r"/>
              <a:t>17</a:t>
            </a:fld>
            <a:endParaRPr lang="fr-FR" dirty="0"/>
          </a:p>
        </p:txBody>
      </p:sp>
    </p:spTree>
    <p:extLst>
      <p:ext uri="{BB962C8B-B14F-4D97-AF65-F5344CB8AC3E}">
        <p14:creationId xmlns:p14="http://schemas.microsoft.com/office/powerpoint/2010/main" val="4198243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FD931-2B1F-161B-F31D-1F0F1D30AA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9A123D-52EB-D843-EC55-EB5F1E66C69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E545B88-B670-A584-FE71-9D61C8B9E79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D75092B-B94A-09C3-010A-05019EF01F6C}"/>
              </a:ext>
            </a:extLst>
          </p:cNvPr>
          <p:cNvSpPr>
            <a:spLocks noGrp="1"/>
          </p:cNvSpPr>
          <p:nvPr>
            <p:ph type="sldNum" sz="quarter" idx="10"/>
          </p:nvPr>
        </p:nvSpPr>
        <p:spPr/>
        <p:txBody>
          <a:bodyPr/>
          <a:lstStyle/>
          <a:p>
            <a:pPr algn="r"/>
            <a:fld id="{3EBA5BD7-F043-4D1B-AA17-CD412FC534DE}" type="slidenum">
              <a:rPr lang="fr-FR" smtClean="0"/>
              <a:pPr algn="r"/>
              <a:t>18</a:t>
            </a:fld>
            <a:endParaRPr lang="fr-FR" dirty="0"/>
          </a:p>
        </p:txBody>
      </p:sp>
    </p:spTree>
    <p:extLst>
      <p:ext uri="{BB962C8B-B14F-4D97-AF65-F5344CB8AC3E}">
        <p14:creationId xmlns:p14="http://schemas.microsoft.com/office/powerpoint/2010/main" val="4248370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E8DFF-EA15-D0B5-4025-6BBA723FBC4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3C8E279-CD16-A2E8-035D-1CCAF1AE0C7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70F44A4-A93F-645E-C62A-72C767A7842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7A6D060-C5A0-A846-331D-D0F5E77CF684}"/>
              </a:ext>
            </a:extLst>
          </p:cNvPr>
          <p:cNvSpPr>
            <a:spLocks noGrp="1"/>
          </p:cNvSpPr>
          <p:nvPr>
            <p:ph type="sldNum" sz="quarter" idx="10"/>
          </p:nvPr>
        </p:nvSpPr>
        <p:spPr/>
        <p:txBody>
          <a:bodyPr/>
          <a:lstStyle/>
          <a:p>
            <a:pPr algn="r"/>
            <a:fld id="{3EBA5BD7-F043-4D1B-AA17-CD412FC534DE}" type="slidenum">
              <a:rPr lang="fr-FR" smtClean="0"/>
              <a:pPr algn="r"/>
              <a:t>19</a:t>
            </a:fld>
            <a:endParaRPr lang="fr-FR" dirty="0"/>
          </a:p>
        </p:txBody>
      </p:sp>
    </p:spTree>
    <p:extLst>
      <p:ext uri="{BB962C8B-B14F-4D97-AF65-F5344CB8AC3E}">
        <p14:creationId xmlns:p14="http://schemas.microsoft.com/office/powerpoint/2010/main" val="2912034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3DDEB-7E34-5334-5F58-9B37196BD9C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3C48061-05C6-A5FE-F5F2-850395218F6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810358B-C533-216D-6799-C4B80C4B5B3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5E14DCE-1402-4705-0F6B-8D82C0FE7EEA}"/>
              </a:ext>
            </a:extLst>
          </p:cNvPr>
          <p:cNvSpPr>
            <a:spLocks noGrp="1"/>
          </p:cNvSpPr>
          <p:nvPr>
            <p:ph type="sldNum" sz="quarter" idx="10"/>
          </p:nvPr>
        </p:nvSpPr>
        <p:spPr/>
        <p:txBody>
          <a:bodyPr/>
          <a:lstStyle/>
          <a:p>
            <a:pPr algn="r"/>
            <a:fld id="{3EBA5BD7-F043-4D1B-AA17-CD412FC534DE}" type="slidenum">
              <a:rPr lang="fr-FR" smtClean="0"/>
              <a:pPr algn="r"/>
              <a:t>20</a:t>
            </a:fld>
            <a:endParaRPr lang="fr-FR" dirty="0"/>
          </a:p>
        </p:txBody>
      </p:sp>
    </p:spTree>
    <p:extLst>
      <p:ext uri="{BB962C8B-B14F-4D97-AF65-F5344CB8AC3E}">
        <p14:creationId xmlns:p14="http://schemas.microsoft.com/office/powerpoint/2010/main" val="38540195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A08A5-2FA4-D26F-C1A1-CD5C5FF8CD9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ED5B212-C15E-4E1E-D2AE-26EB16ECD23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13103F7-8C21-C96A-03D1-E79BD471591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D53B999-3D2F-0B04-0075-00113FF1E09B}"/>
              </a:ext>
            </a:extLst>
          </p:cNvPr>
          <p:cNvSpPr>
            <a:spLocks noGrp="1"/>
          </p:cNvSpPr>
          <p:nvPr>
            <p:ph type="sldNum" sz="quarter" idx="10"/>
          </p:nvPr>
        </p:nvSpPr>
        <p:spPr/>
        <p:txBody>
          <a:bodyPr/>
          <a:lstStyle/>
          <a:p>
            <a:pPr algn="r"/>
            <a:fld id="{3EBA5BD7-F043-4D1B-AA17-CD412FC534DE}" type="slidenum">
              <a:rPr lang="fr-FR" smtClean="0"/>
              <a:pPr algn="r"/>
              <a:t>21</a:t>
            </a:fld>
            <a:endParaRPr lang="fr-FR" dirty="0"/>
          </a:p>
        </p:txBody>
      </p:sp>
    </p:spTree>
    <p:extLst>
      <p:ext uri="{BB962C8B-B14F-4D97-AF65-F5344CB8AC3E}">
        <p14:creationId xmlns:p14="http://schemas.microsoft.com/office/powerpoint/2010/main" val="1339874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D7A66-E13D-AD1F-1288-19CD4399591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BD920E-F965-F39A-C6B4-2936C216F4F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8D81347-F233-7684-B06E-6F61DB5084F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6E0D4A9-1DB1-5E91-FA30-1CD7679F3559}"/>
              </a:ext>
            </a:extLst>
          </p:cNvPr>
          <p:cNvSpPr>
            <a:spLocks noGrp="1"/>
          </p:cNvSpPr>
          <p:nvPr>
            <p:ph type="sldNum" sz="quarter" idx="10"/>
          </p:nvPr>
        </p:nvSpPr>
        <p:spPr/>
        <p:txBody>
          <a:bodyPr/>
          <a:lstStyle/>
          <a:p>
            <a:pPr algn="r"/>
            <a:fld id="{3EBA5BD7-F043-4D1B-AA17-CD412FC534DE}" type="slidenum">
              <a:rPr lang="fr-FR" smtClean="0"/>
              <a:pPr algn="r"/>
              <a:t>22</a:t>
            </a:fld>
            <a:endParaRPr lang="fr-FR" dirty="0"/>
          </a:p>
        </p:txBody>
      </p:sp>
    </p:spTree>
    <p:extLst>
      <p:ext uri="{BB962C8B-B14F-4D97-AF65-F5344CB8AC3E}">
        <p14:creationId xmlns:p14="http://schemas.microsoft.com/office/powerpoint/2010/main" val="2112163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grpSp>
        <p:nvGrpSpPr>
          <p:cNvPr id="21" name="diagonales"/>
          <p:cNvGrpSpPr/>
          <p:nvPr/>
        </p:nvGrpSpPr>
        <p:grpSpPr>
          <a:xfrm>
            <a:off x="7516443" y="4145281"/>
            <a:ext cx="4686117" cy="2731407"/>
            <a:chOff x="5638800" y="3108960"/>
            <a:chExt cx="3515503" cy="2048555"/>
          </a:xfrm>
        </p:grpSpPr>
        <p:cxnSp>
          <p:nvCxnSpPr>
            <p:cNvPr id="14" name="Connecteur droit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Connecteur droit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Connecteur droit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lignes inférieures"/>
          <p:cNvGrpSpPr/>
          <p:nvPr/>
        </p:nvGrpSpPr>
        <p:grpSpPr>
          <a:xfrm>
            <a:off x="-8916" y="6057149"/>
            <a:ext cx="5498726" cy="820207"/>
            <a:chOff x="-6689" y="4553748"/>
            <a:chExt cx="4125119" cy="615155"/>
          </a:xfrm>
        </p:grpSpPr>
        <p:sp>
          <p:nvSpPr>
            <p:cNvPr id="9" name="Forme libre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fr-FR" dirty="0"/>
            </a:p>
          </p:txBody>
        </p:sp>
        <p:sp>
          <p:nvSpPr>
            <p:cNvPr id="10" name="Forme libre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fr-FR" dirty="0"/>
            </a:p>
          </p:txBody>
        </p:sp>
        <p:sp>
          <p:nvSpPr>
            <p:cNvPr id="11" name="Forme libre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fr-FR" dirty="0"/>
            </a:p>
          </p:txBody>
        </p:sp>
      </p:grpSp>
      <p:sp>
        <p:nvSpPr>
          <p:cNvPr id="2" name="Titre 1"/>
          <p:cNvSpPr>
            <a:spLocks noGrp="1"/>
          </p:cNvSpPr>
          <p:nvPr>
            <p:ph type="ctrTitle"/>
          </p:nvPr>
        </p:nvSpPr>
        <p:spPr>
          <a:xfrm>
            <a:off x="1625176" y="584200"/>
            <a:ext cx="8735325" cy="2000251"/>
          </a:xfrm>
        </p:spPr>
        <p:txBody>
          <a:bodyPr rtlCol="0">
            <a:normAutofit/>
          </a:bodyPr>
          <a:lstStyle>
            <a:lvl1pPr algn="l" rtl="0">
              <a:defRPr sz="5400"/>
            </a:lvl1pPr>
          </a:lstStyle>
          <a:p>
            <a:pPr rtl="0"/>
            <a:r>
              <a:rPr lang="fr-FR"/>
              <a:t>Modifiez le style du titre</a:t>
            </a:r>
            <a:endParaRPr lang="fr-FR" dirty="0"/>
          </a:p>
        </p:txBody>
      </p:sp>
      <p:sp>
        <p:nvSpPr>
          <p:cNvPr id="3" name="Sous-titre 2"/>
          <p:cNvSpPr>
            <a:spLocks noGrp="1"/>
          </p:cNvSpPr>
          <p:nvPr>
            <p:ph type="subTitle" idx="1"/>
          </p:nvPr>
        </p:nvSpPr>
        <p:spPr>
          <a:xfrm>
            <a:off x="1625176" y="2616200"/>
            <a:ext cx="8735325" cy="1752600"/>
          </a:xfrm>
        </p:spPr>
        <p:txBody>
          <a:bodyPr rtlCol="0">
            <a:normAutofit/>
          </a:bodyPr>
          <a:lstStyle>
            <a:lvl1pPr marL="0" indent="0" algn="l" rtl="0">
              <a:spcBef>
                <a:spcPts val="0"/>
              </a:spcBef>
              <a:buNone/>
              <a:defRPr sz="2800" cap="all" spc="200" baseline="0">
                <a:solidFill>
                  <a:schemeClr val="accent1"/>
                </a:solidFill>
              </a:defRPr>
            </a:lvl1pPr>
            <a:lvl2pPr marL="609493" indent="0" algn="ctr" rtl="0">
              <a:buNone/>
              <a:defRPr>
                <a:solidFill>
                  <a:schemeClr val="tx1">
                    <a:tint val="75000"/>
                  </a:schemeClr>
                </a:solidFill>
              </a:defRPr>
            </a:lvl2pPr>
            <a:lvl3pPr marL="1218987" indent="0" algn="ctr" rtl="0">
              <a:buNone/>
              <a:defRPr>
                <a:solidFill>
                  <a:schemeClr val="tx1">
                    <a:tint val="75000"/>
                  </a:schemeClr>
                </a:solidFill>
              </a:defRPr>
            </a:lvl3pPr>
            <a:lvl4pPr marL="1828480" indent="0" algn="ctr" rtl="0">
              <a:buNone/>
              <a:defRPr>
                <a:solidFill>
                  <a:schemeClr val="tx1">
                    <a:tint val="75000"/>
                  </a:schemeClr>
                </a:solidFill>
              </a:defRPr>
            </a:lvl4pPr>
            <a:lvl5pPr marL="2437973" indent="0" algn="ctr" rtl="0">
              <a:buNone/>
              <a:defRPr>
                <a:solidFill>
                  <a:schemeClr val="tx1">
                    <a:tint val="75000"/>
                  </a:schemeClr>
                </a:solidFill>
              </a:defRPr>
            </a:lvl5pPr>
            <a:lvl6pPr marL="3047467" indent="0" algn="ctr" rtl="0">
              <a:buNone/>
              <a:defRPr>
                <a:solidFill>
                  <a:schemeClr val="tx1">
                    <a:tint val="75000"/>
                  </a:schemeClr>
                </a:solidFill>
              </a:defRPr>
            </a:lvl6pPr>
            <a:lvl7pPr marL="3656960" indent="0" algn="ctr" rtl="0">
              <a:buNone/>
              <a:defRPr>
                <a:solidFill>
                  <a:schemeClr val="tx1">
                    <a:tint val="75000"/>
                  </a:schemeClr>
                </a:solidFill>
              </a:defRPr>
            </a:lvl7pPr>
            <a:lvl8pPr marL="4266453" indent="0" algn="ctr" rtl="0">
              <a:buNone/>
              <a:defRPr>
                <a:solidFill>
                  <a:schemeClr val="tx1">
                    <a:tint val="75000"/>
                  </a:schemeClr>
                </a:solidFill>
              </a:defRPr>
            </a:lvl8pPr>
            <a:lvl9pPr marL="4875947" indent="0" algn="ctr" rtl="0">
              <a:buNone/>
              <a:defRPr>
                <a:solidFill>
                  <a:schemeClr val="tx1">
                    <a:tint val="75000"/>
                  </a:schemeClr>
                </a:solidFill>
              </a:defRPr>
            </a:lvl9pPr>
          </a:lstStyle>
          <a:p>
            <a:pPr rtl="0"/>
            <a:r>
              <a:rPr lang="fr-FR"/>
              <a:t>Modifiez le style des sous-titres du masque</a:t>
            </a:r>
            <a:endParaRPr lang="fr-FR" dirty="0"/>
          </a:p>
        </p:txBody>
      </p:sp>
      <p:sp>
        <p:nvSpPr>
          <p:cNvPr id="22" name="Espace réservé de la date 21"/>
          <p:cNvSpPr>
            <a:spLocks noGrp="1"/>
          </p:cNvSpPr>
          <p:nvPr>
            <p:ph type="dt" sz="half" idx="10"/>
          </p:nvPr>
        </p:nvSpPr>
        <p:spPr/>
        <p:txBody>
          <a:bodyPr rtlCol="0"/>
          <a:lstStyle>
            <a:lvl1pPr>
              <a:defRPr/>
            </a:lvl1pPr>
          </a:lstStyle>
          <a:p>
            <a:fld id="{3E36D263-5C89-4D5D-8B05-0120FB33B4BA}" type="datetime1">
              <a:rPr lang="fr-FR" smtClean="0"/>
              <a:pPr/>
              <a:t>16/04/2026</a:t>
            </a:fld>
            <a:endParaRPr lang="fr-FR" dirty="0"/>
          </a:p>
        </p:txBody>
      </p:sp>
      <p:sp>
        <p:nvSpPr>
          <p:cNvPr id="23" name="Espace réservé du pied de page 22"/>
          <p:cNvSpPr>
            <a:spLocks noGrp="1"/>
          </p:cNvSpPr>
          <p:nvPr>
            <p:ph type="ftr" sz="quarter" idx="11"/>
          </p:nvPr>
        </p:nvSpPr>
        <p:spPr/>
        <p:txBody>
          <a:bodyPr rtlCol="0"/>
          <a:lstStyle/>
          <a:p>
            <a:pPr rtl="0"/>
            <a:endParaRPr lang="fr-FR" dirty="0"/>
          </a:p>
        </p:txBody>
      </p:sp>
      <p:sp>
        <p:nvSpPr>
          <p:cNvPr id="24" name="Espace réservé du numéro de diapositive 23"/>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a:t>Modifiez le style du titre</a:t>
            </a:r>
            <a:endParaRPr lang="fr-FR" dirty="0"/>
          </a:p>
        </p:txBody>
      </p:sp>
      <p:sp>
        <p:nvSpPr>
          <p:cNvPr id="3" name="Espace réservé du contenu 2"/>
          <p:cNvSpPr>
            <a:spLocks noGrp="1"/>
          </p:cNvSpPr>
          <p:nvPr>
            <p:ph idx="1"/>
          </p:nvPr>
        </p:nvSpPr>
        <p:spPr/>
        <p:txBody>
          <a:bodyPr rtlCol="0"/>
          <a:lstStyle>
            <a:lvl5pPr algn="l" rtl="0">
              <a:defRPr/>
            </a:lvl5pPr>
            <a:lvl6pPr algn="l" rtl="0">
              <a:defRPr/>
            </a:lvl6pPr>
            <a:lvl7pPr algn="l" rtl="0">
              <a:defRPr/>
            </a:lvl7pPr>
            <a:lvl8pPr algn="l" rtl="0">
              <a:defRPr/>
            </a:lvl8pPr>
            <a:lvl9pPr algn="l" rtl="0">
              <a:defRPr/>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
        <p:nvSpPr>
          <p:cNvPr id="4" name="Espace réservé de la date 3"/>
          <p:cNvSpPr>
            <a:spLocks noGrp="1"/>
          </p:cNvSpPr>
          <p:nvPr>
            <p:ph type="dt" sz="half" idx="10"/>
          </p:nvPr>
        </p:nvSpPr>
        <p:spPr/>
        <p:txBody>
          <a:bodyPr rtlCol="0"/>
          <a:lstStyle>
            <a:lvl1pPr>
              <a:defRPr/>
            </a:lvl1pPr>
          </a:lstStyle>
          <a:p>
            <a:fld id="{E2899D0D-1C7F-4044-B286-354B51780DED}" type="datetime1">
              <a:rPr lang="fr-FR" smtClean="0"/>
              <a:pPr/>
              <a:t>16/04/2026</a:t>
            </a:fld>
            <a:endParaRPr lang="fr-FR" dirty="0"/>
          </a:p>
        </p:txBody>
      </p:sp>
      <p:sp>
        <p:nvSpPr>
          <p:cNvPr id="5" name="Espace réservé du pied de page 4"/>
          <p:cNvSpPr>
            <a:spLocks noGrp="1"/>
          </p:cNvSpPr>
          <p:nvPr>
            <p:ph type="ftr" sz="quarter" idx="11"/>
          </p:nvPr>
        </p:nvSpPr>
        <p:spPr/>
        <p:txBody>
          <a:bodyPr rtlCol="0"/>
          <a:lstStyle/>
          <a:p>
            <a:pPr rtl="0"/>
            <a:endParaRPr lang="fr-FR" dirty="0"/>
          </a:p>
        </p:txBody>
      </p:sp>
      <p:sp>
        <p:nvSpPr>
          <p:cNvPr id="6" name="Espace réservé du numéro de diapositive 5"/>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grpSp>
        <p:nvGrpSpPr>
          <p:cNvPr id="11" name="diagonales"/>
          <p:cNvGrpSpPr/>
          <p:nvPr/>
        </p:nvGrpSpPr>
        <p:grpSpPr>
          <a:xfrm>
            <a:off x="7516443" y="4145281"/>
            <a:ext cx="4686117" cy="2731407"/>
            <a:chOff x="5638800" y="3108960"/>
            <a:chExt cx="3515503" cy="2048555"/>
          </a:xfrm>
        </p:grpSpPr>
        <p:cxnSp>
          <p:nvCxnSpPr>
            <p:cNvPr id="12" name="Connecteur droit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Connecteur droit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Connecteur droit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re 1"/>
          <p:cNvSpPr>
            <a:spLocks noGrp="1"/>
          </p:cNvSpPr>
          <p:nvPr>
            <p:ph type="title"/>
          </p:nvPr>
        </p:nvSpPr>
        <p:spPr>
          <a:xfrm>
            <a:off x="1625177" y="2209801"/>
            <a:ext cx="8938472" cy="2764335"/>
          </a:xfrm>
        </p:spPr>
        <p:txBody>
          <a:bodyPr rtlCol="0" anchor="b">
            <a:normAutofit/>
          </a:bodyPr>
          <a:lstStyle>
            <a:lvl1pPr algn="l" rtl="0">
              <a:defRPr sz="5400" b="0" cap="none" baseline="0"/>
            </a:lvl1pPr>
          </a:lstStyle>
          <a:p>
            <a:pPr rtl="0"/>
            <a:r>
              <a:rPr lang="fr-FR"/>
              <a:t>Modifiez le style du titre</a:t>
            </a:r>
            <a:endParaRPr lang="fr-FR" dirty="0"/>
          </a:p>
        </p:txBody>
      </p:sp>
      <p:sp>
        <p:nvSpPr>
          <p:cNvPr id="3" name="Espace réservé du texte 2"/>
          <p:cNvSpPr>
            <a:spLocks noGrp="1"/>
          </p:cNvSpPr>
          <p:nvPr>
            <p:ph type="body" idx="1"/>
          </p:nvPr>
        </p:nvSpPr>
        <p:spPr>
          <a:xfrm>
            <a:off x="1625176" y="4951266"/>
            <a:ext cx="7069519" cy="1220933"/>
          </a:xfrm>
        </p:spPr>
        <p:txBody>
          <a:bodyPr rtlCol="0" anchor="t">
            <a:normAutofit/>
          </a:bodyPr>
          <a:lstStyle>
            <a:lvl1pPr marL="0" indent="0" algn="l" rtl="0">
              <a:spcBef>
                <a:spcPts val="0"/>
              </a:spcBef>
              <a:buNone/>
              <a:defRPr sz="2800" cap="all" spc="200" baseline="0">
                <a:solidFill>
                  <a:schemeClr val="accent1"/>
                </a:solidFill>
              </a:defRPr>
            </a:lvl1pPr>
            <a:lvl2pPr marL="609493" indent="0" algn="l" rtl="0">
              <a:buNone/>
              <a:defRPr sz="2400">
                <a:solidFill>
                  <a:schemeClr val="tx1">
                    <a:tint val="75000"/>
                  </a:schemeClr>
                </a:solidFill>
              </a:defRPr>
            </a:lvl2pPr>
            <a:lvl3pPr marL="1218987" indent="0" algn="l" rtl="0">
              <a:buNone/>
              <a:defRPr sz="2100">
                <a:solidFill>
                  <a:schemeClr val="tx1">
                    <a:tint val="75000"/>
                  </a:schemeClr>
                </a:solidFill>
              </a:defRPr>
            </a:lvl3pPr>
            <a:lvl4pPr marL="1828480" indent="0" algn="l" rtl="0">
              <a:buNone/>
              <a:defRPr sz="1900">
                <a:solidFill>
                  <a:schemeClr val="tx1">
                    <a:tint val="75000"/>
                  </a:schemeClr>
                </a:solidFill>
              </a:defRPr>
            </a:lvl4pPr>
            <a:lvl5pPr marL="2437973" indent="0" algn="l" rtl="0">
              <a:buNone/>
              <a:defRPr sz="1900">
                <a:solidFill>
                  <a:schemeClr val="tx1">
                    <a:tint val="75000"/>
                  </a:schemeClr>
                </a:solidFill>
              </a:defRPr>
            </a:lvl5pPr>
            <a:lvl6pPr marL="3047467" indent="0" algn="l" rtl="0">
              <a:buNone/>
              <a:defRPr sz="1900">
                <a:solidFill>
                  <a:schemeClr val="tx1">
                    <a:tint val="75000"/>
                  </a:schemeClr>
                </a:solidFill>
              </a:defRPr>
            </a:lvl6pPr>
            <a:lvl7pPr marL="3656960" indent="0" algn="l" rtl="0">
              <a:buNone/>
              <a:defRPr sz="1900">
                <a:solidFill>
                  <a:schemeClr val="tx1">
                    <a:tint val="75000"/>
                  </a:schemeClr>
                </a:solidFill>
              </a:defRPr>
            </a:lvl7pPr>
            <a:lvl8pPr marL="4266453" indent="0" algn="l" rtl="0">
              <a:buNone/>
              <a:defRPr sz="1900">
                <a:solidFill>
                  <a:schemeClr val="tx1">
                    <a:tint val="75000"/>
                  </a:schemeClr>
                </a:solidFill>
              </a:defRPr>
            </a:lvl8pPr>
            <a:lvl9pPr marL="4875947" indent="0" algn="l" rtl="0">
              <a:buNone/>
              <a:defRPr sz="1900">
                <a:solidFill>
                  <a:schemeClr val="tx1">
                    <a:tint val="75000"/>
                  </a:schemeClr>
                </a:solidFill>
              </a:defRPr>
            </a:lvl9pPr>
          </a:lstStyle>
          <a:p>
            <a:pPr lvl="0" rtl="0"/>
            <a:r>
              <a:rPr lang="fr-FR"/>
              <a:t>Cliquez pour modifier les styles du texte du masque</a:t>
            </a:r>
          </a:p>
        </p:txBody>
      </p:sp>
      <p:sp>
        <p:nvSpPr>
          <p:cNvPr id="4" name="Espace réservé de la date 3"/>
          <p:cNvSpPr>
            <a:spLocks noGrp="1"/>
          </p:cNvSpPr>
          <p:nvPr>
            <p:ph type="dt" sz="half" idx="10"/>
          </p:nvPr>
        </p:nvSpPr>
        <p:spPr/>
        <p:txBody>
          <a:bodyPr rtlCol="0"/>
          <a:lstStyle>
            <a:lvl1pPr>
              <a:defRPr/>
            </a:lvl1pPr>
          </a:lstStyle>
          <a:p>
            <a:fld id="{BEFD5C92-4BB1-4FBC-932D-AE246A545D97}" type="datetime1">
              <a:rPr lang="fr-FR" smtClean="0"/>
              <a:pPr/>
              <a:t>16/04/2026</a:t>
            </a:fld>
            <a:endParaRPr lang="fr-FR" dirty="0"/>
          </a:p>
        </p:txBody>
      </p:sp>
      <p:sp>
        <p:nvSpPr>
          <p:cNvPr id="5" name="Espace réservé du pied de page 4"/>
          <p:cNvSpPr>
            <a:spLocks noGrp="1"/>
          </p:cNvSpPr>
          <p:nvPr>
            <p:ph type="ftr" sz="quarter" idx="11"/>
          </p:nvPr>
        </p:nvSpPr>
        <p:spPr/>
        <p:txBody>
          <a:bodyPr rtlCol="0"/>
          <a:lstStyle/>
          <a:p>
            <a:pPr rtl="0"/>
            <a:endParaRPr lang="fr-FR" dirty="0"/>
          </a:p>
        </p:txBody>
      </p:sp>
      <p:sp>
        <p:nvSpPr>
          <p:cNvPr id="6" name="Espace réservé du numéro de diapositive 5"/>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a:t>Modifiez le style du titre</a:t>
            </a:r>
            <a:endParaRPr lang="fr-FR" dirty="0"/>
          </a:p>
        </p:txBody>
      </p:sp>
      <p:sp>
        <p:nvSpPr>
          <p:cNvPr id="3" name="Espace réservé du contenu 2"/>
          <p:cNvSpPr>
            <a:spLocks noGrp="1"/>
          </p:cNvSpPr>
          <p:nvPr>
            <p:ph sz="half" idx="1"/>
          </p:nvPr>
        </p:nvSpPr>
        <p:spPr>
          <a:xfrm>
            <a:off x="1218883" y="1706880"/>
            <a:ext cx="5078677" cy="4465320"/>
          </a:xfrm>
        </p:spPr>
        <p:txBody>
          <a:bodyPr rtlCol="0">
            <a:norm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a:lvl7pPr>
            <a:lvl8pPr algn="l" rtl="0">
              <a:defRPr sz="2000" baseline="0"/>
            </a:lvl8pPr>
            <a:lvl9pPr algn="l" rtl="0">
              <a:defRPr sz="2000" baseline="0"/>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
        <p:nvSpPr>
          <p:cNvPr id="4" name="Espace réservé du contenu 3"/>
          <p:cNvSpPr>
            <a:spLocks noGrp="1"/>
          </p:cNvSpPr>
          <p:nvPr>
            <p:ph sz="half" idx="2"/>
          </p:nvPr>
        </p:nvSpPr>
        <p:spPr>
          <a:xfrm>
            <a:off x="6500707" y="1706880"/>
            <a:ext cx="5078677" cy="4465320"/>
          </a:xfrm>
        </p:spPr>
        <p:txBody>
          <a:bodyPr rtlCol="0">
            <a:norm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a:lvl7pPr>
            <a:lvl8pPr algn="l" rtl="0">
              <a:defRPr sz="2000"/>
            </a:lvl8pPr>
            <a:lvl9pPr algn="l" rtl="0">
              <a:defRPr sz="2000"/>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
        <p:nvSpPr>
          <p:cNvPr id="5" name="Espace réservé de la date 4"/>
          <p:cNvSpPr>
            <a:spLocks noGrp="1"/>
          </p:cNvSpPr>
          <p:nvPr>
            <p:ph type="dt" sz="half" idx="10"/>
          </p:nvPr>
        </p:nvSpPr>
        <p:spPr/>
        <p:txBody>
          <a:bodyPr rtlCol="0"/>
          <a:lstStyle>
            <a:lvl1pPr>
              <a:defRPr/>
            </a:lvl1pPr>
          </a:lstStyle>
          <a:p>
            <a:fld id="{6B22FCC3-3DC7-4160-A3CE-82200479EFA7}" type="datetime1">
              <a:rPr lang="fr-FR" smtClean="0"/>
              <a:pPr/>
              <a:t>16/04/2026</a:t>
            </a:fld>
            <a:endParaRPr lang="fr-FR" dirty="0"/>
          </a:p>
        </p:txBody>
      </p:sp>
      <p:sp>
        <p:nvSpPr>
          <p:cNvPr id="6" name="Espace réservé du pied de page 5"/>
          <p:cNvSpPr>
            <a:spLocks noGrp="1"/>
          </p:cNvSpPr>
          <p:nvPr>
            <p:ph type="ftr" sz="quarter" idx="11"/>
          </p:nvPr>
        </p:nvSpPr>
        <p:spPr/>
        <p:txBody>
          <a:bodyPr rtlCol="0"/>
          <a:lstStyle/>
          <a:p>
            <a:pPr rtl="0"/>
            <a:endParaRPr lang="fr-FR" dirty="0"/>
          </a:p>
        </p:txBody>
      </p:sp>
      <p:sp>
        <p:nvSpPr>
          <p:cNvPr id="7" name="Espace réservé du numéro de diapositive 6"/>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lvl1pPr algn="l" rtl="0">
              <a:defRPr/>
            </a:lvl1pPr>
          </a:lstStyle>
          <a:p>
            <a:pPr rtl="0"/>
            <a:r>
              <a:rPr lang="fr-FR"/>
              <a:t>Modifiez le style du titre</a:t>
            </a:r>
            <a:endParaRPr lang="fr-FR" dirty="0"/>
          </a:p>
        </p:txBody>
      </p:sp>
      <p:sp>
        <p:nvSpPr>
          <p:cNvPr id="3" name="Espace réservé du texte 2"/>
          <p:cNvSpPr>
            <a:spLocks noGrp="1"/>
          </p:cNvSpPr>
          <p:nvPr>
            <p:ph type="body" idx="1"/>
          </p:nvPr>
        </p:nvSpPr>
        <p:spPr>
          <a:xfrm>
            <a:off x="1218883" y="1701800"/>
            <a:ext cx="5082740" cy="914400"/>
          </a:xfrm>
        </p:spPr>
        <p:txBody>
          <a:bodyPr rtlCol="0" anchor="b">
            <a:normAutofit/>
          </a:bodyPr>
          <a:lstStyle>
            <a:lvl1pPr marL="0" indent="0" algn="l" rtl="0">
              <a:spcBef>
                <a:spcPts val="0"/>
              </a:spcBef>
              <a:buNone/>
              <a:defRPr sz="2800" b="0" cap="all" spc="200" baseline="0">
                <a:solidFill>
                  <a:schemeClr val="accent1"/>
                </a:solidFill>
              </a:defRPr>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fr-FR"/>
              <a:t>Cliquez pour modifier les styles du texte du masque</a:t>
            </a:r>
          </a:p>
        </p:txBody>
      </p:sp>
      <p:sp>
        <p:nvSpPr>
          <p:cNvPr id="4" name="Espace réservé du contenu 3"/>
          <p:cNvSpPr>
            <a:spLocks noGrp="1"/>
          </p:cNvSpPr>
          <p:nvPr>
            <p:ph sz="half" idx="2"/>
          </p:nvPr>
        </p:nvSpPr>
        <p:spPr>
          <a:xfrm>
            <a:off x="1218883" y="2717800"/>
            <a:ext cx="5078677" cy="3454400"/>
          </a:xfrm>
        </p:spPr>
        <p:txBody>
          <a:bodyPr rtlCol="0">
            <a:no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baseline="0"/>
            </a:lvl7pPr>
            <a:lvl8pPr algn="l" rtl="0">
              <a:defRPr sz="2000" baseline="0"/>
            </a:lvl8pPr>
            <a:lvl9pPr algn="l" rtl="0">
              <a:defRPr sz="2000" baseline="0"/>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
        <p:nvSpPr>
          <p:cNvPr id="5" name="Espace réservé du texte 4"/>
          <p:cNvSpPr>
            <a:spLocks noGrp="1"/>
          </p:cNvSpPr>
          <p:nvPr>
            <p:ph type="body" sz="quarter" idx="3"/>
          </p:nvPr>
        </p:nvSpPr>
        <p:spPr>
          <a:xfrm>
            <a:off x="6496644" y="1701800"/>
            <a:ext cx="5082740" cy="914400"/>
          </a:xfrm>
        </p:spPr>
        <p:txBody>
          <a:bodyPr rtlCol="0" anchor="b">
            <a:normAutofit/>
          </a:bodyPr>
          <a:lstStyle>
            <a:lvl1pPr marL="0" indent="0" algn="l" rtl="0">
              <a:spcBef>
                <a:spcPts val="0"/>
              </a:spcBef>
              <a:buNone/>
              <a:defRPr sz="2800" b="0" cap="all" spc="200" baseline="0">
                <a:solidFill>
                  <a:schemeClr val="accent1"/>
                </a:solidFill>
              </a:defRPr>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fr-FR"/>
              <a:t>Cliquez pour modifier les styles du texte du masque</a:t>
            </a:r>
          </a:p>
        </p:txBody>
      </p:sp>
      <p:sp>
        <p:nvSpPr>
          <p:cNvPr id="6" name="Espace réservé du contenu 5"/>
          <p:cNvSpPr>
            <a:spLocks noGrp="1"/>
          </p:cNvSpPr>
          <p:nvPr>
            <p:ph sz="quarter" idx="4"/>
          </p:nvPr>
        </p:nvSpPr>
        <p:spPr>
          <a:xfrm>
            <a:off x="6500707" y="2717800"/>
            <a:ext cx="5078677" cy="3454400"/>
          </a:xfrm>
        </p:spPr>
        <p:txBody>
          <a:bodyPr rtlCol="0">
            <a:no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baseline="0"/>
            </a:lvl6pPr>
            <a:lvl7pPr algn="l" rtl="0">
              <a:defRPr sz="2000" baseline="0"/>
            </a:lvl7pPr>
            <a:lvl8pPr algn="l" rtl="0">
              <a:defRPr sz="2000" baseline="0"/>
            </a:lvl8pPr>
            <a:lvl9pPr algn="l" rtl="0">
              <a:defRPr sz="2000" baseline="0"/>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
        <p:nvSpPr>
          <p:cNvPr id="7" name="Espace réservé de la date 6"/>
          <p:cNvSpPr>
            <a:spLocks noGrp="1"/>
          </p:cNvSpPr>
          <p:nvPr>
            <p:ph type="dt" sz="half" idx="10"/>
          </p:nvPr>
        </p:nvSpPr>
        <p:spPr/>
        <p:txBody>
          <a:bodyPr rtlCol="0"/>
          <a:lstStyle>
            <a:lvl1pPr>
              <a:defRPr/>
            </a:lvl1pPr>
          </a:lstStyle>
          <a:p>
            <a:fld id="{17AB33AB-93D8-496F-A7A3-D08F359C34C7}" type="datetime1">
              <a:rPr lang="fr-FR" smtClean="0"/>
              <a:pPr/>
              <a:t>16/04/2026</a:t>
            </a:fld>
            <a:endParaRPr lang="fr-FR" dirty="0"/>
          </a:p>
        </p:txBody>
      </p:sp>
      <p:sp>
        <p:nvSpPr>
          <p:cNvPr id="8" name="Espace réservé du pied de page 7"/>
          <p:cNvSpPr>
            <a:spLocks noGrp="1"/>
          </p:cNvSpPr>
          <p:nvPr>
            <p:ph type="ftr" sz="quarter" idx="11"/>
          </p:nvPr>
        </p:nvSpPr>
        <p:spPr/>
        <p:txBody>
          <a:bodyPr rtlCol="0"/>
          <a:lstStyle/>
          <a:p>
            <a:pPr rtl="0"/>
            <a:endParaRPr lang="fr-FR" dirty="0"/>
          </a:p>
        </p:txBody>
      </p:sp>
      <p:sp>
        <p:nvSpPr>
          <p:cNvPr id="9" name="Espace réservé du numéro de diapositive 8"/>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a:t>Modifiez le style du titre</a:t>
            </a:r>
            <a:endParaRPr lang="fr-FR" dirty="0"/>
          </a:p>
        </p:txBody>
      </p:sp>
      <p:sp>
        <p:nvSpPr>
          <p:cNvPr id="3" name="Espace réservé de la date 2"/>
          <p:cNvSpPr>
            <a:spLocks noGrp="1"/>
          </p:cNvSpPr>
          <p:nvPr>
            <p:ph type="dt" sz="half" idx="10"/>
          </p:nvPr>
        </p:nvSpPr>
        <p:spPr/>
        <p:txBody>
          <a:bodyPr rtlCol="0"/>
          <a:lstStyle>
            <a:lvl1pPr>
              <a:defRPr/>
            </a:lvl1pPr>
          </a:lstStyle>
          <a:p>
            <a:fld id="{5B80ABE1-D260-4843-B80F-7D5268AEEE07}" type="datetime1">
              <a:rPr lang="fr-FR" smtClean="0"/>
              <a:pPr/>
              <a:t>16/04/2026</a:t>
            </a:fld>
            <a:endParaRPr lang="fr-FR" dirty="0"/>
          </a:p>
        </p:txBody>
      </p:sp>
      <p:sp>
        <p:nvSpPr>
          <p:cNvPr id="4" name="Espace réservé du pied de page 3"/>
          <p:cNvSpPr>
            <a:spLocks noGrp="1"/>
          </p:cNvSpPr>
          <p:nvPr>
            <p:ph type="ftr" sz="quarter" idx="11"/>
          </p:nvPr>
        </p:nvSpPr>
        <p:spPr/>
        <p:txBody>
          <a:bodyPr rtlCol="0"/>
          <a:lstStyle/>
          <a:p>
            <a:pPr rtl="0"/>
            <a:endParaRPr lang="fr-FR" dirty="0"/>
          </a:p>
        </p:txBody>
      </p:sp>
      <p:sp>
        <p:nvSpPr>
          <p:cNvPr id="5" name="Espace réservé du numéro de diapositive 4"/>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lvl1pPr>
              <a:defRPr/>
            </a:lvl1pPr>
          </a:lstStyle>
          <a:p>
            <a:fld id="{88B7253B-1B29-4A13-B3F4-5ABF9F84795C}" type="datetime1">
              <a:rPr lang="fr-FR" smtClean="0"/>
              <a:pPr/>
              <a:t>16/04/2026</a:t>
            </a:fld>
            <a:endParaRPr lang="fr-FR" dirty="0"/>
          </a:p>
        </p:txBody>
      </p:sp>
      <p:sp>
        <p:nvSpPr>
          <p:cNvPr id="3" name="Espace réservé du pied de page 2"/>
          <p:cNvSpPr>
            <a:spLocks noGrp="1"/>
          </p:cNvSpPr>
          <p:nvPr>
            <p:ph type="ftr" sz="quarter" idx="11"/>
          </p:nvPr>
        </p:nvSpPr>
        <p:spPr/>
        <p:txBody>
          <a:bodyPr rtlCol="0"/>
          <a:lstStyle/>
          <a:p>
            <a:pPr rtl="0"/>
            <a:endParaRPr lang="fr-FR" dirty="0"/>
          </a:p>
        </p:txBody>
      </p:sp>
      <p:sp>
        <p:nvSpPr>
          <p:cNvPr id="4" name="Espace réservé du numéro de diapositive 3"/>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218882" y="1701800"/>
            <a:ext cx="4062942" cy="2438400"/>
          </a:xfrm>
        </p:spPr>
        <p:txBody>
          <a:bodyPr rtlCol="0" anchor="b">
            <a:normAutofit/>
          </a:bodyPr>
          <a:lstStyle>
            <a:lvl1pPr algn="l" rtl="0">
              <a:defRPr sz="2800" b="0" cap="all" spc="200" baseline="0">
                <a:solidFill>
                  <a:schemeClr val="accent1"/>
                </a:solidFill>
              </a:defRPr>
            </a:lvl1pPr>
          </a:lstStyle>
          <a:p>
            <a:pPr rtl="0"/>
            <a:r>
              <a:rPr lang="fr-FR"/>
              <a:t>Modifiez le style du titre</a:t>
            </a:r>
            <a:endParaRPr lang="fr-FR" dirty="0"/>
          </a:p>
        </p:txBody>
      </p:sp>
      <p:sp>
        <p:nvSpPr>
          <p:cNvPr id="4" name="Espace réservé du texte 3"/>
          <p:cNvSpPr>
            <a:spLocks noGrp="1"/>
          </p:cNvSpPr>
          <p:nvPr>
            <p:ph type="body" sz="half" idx="2"/>
          </p:nvPr>
        </p:nvSpPr>
        <p:spPr>
          <a:xfrm>
            <a:off x="1218882" y="4241800"/>
            <a:ext cx="4062942" cy="1930400"/>
          </a:xfrm>
        </p:spPr>
        <p:txBody>
          <a:bodyPr rtlCol="0">
            <a:normAutofit/>
          </a:bodyPr>
          <a:lstStyle>
            <a:lvl1pPr marL="0" indent="0" algn="l" rtl="0">
              <a:buNone/>
              <a:defRPr sz="20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fr-FR"/>
              <a:t>Cliquez pour modifier les styles du texte du masque</a:t>
            </a:r>
          </a:p>
        </p:txBody>
      </p:sp>
      <p:sp>
        <p:nvSpPr>
          <p:cNvPr id="3" name="Espace réservé du contenu 2"/>
          <p:cNvSpPr>
            <a:spLocks noGrp="1"/>
          </p:cNvSpPr>
          <p:nvPr>
            <p:ph idx="1"/>
          </p:nvPr>
        </p:nvSpPr>
        <p:spPr>
          <a:xfrm>
            <a:off x="5484971" y="584200"/>
            <a:ext cx="6094413" cy="5588000"/>
          </a:xfrm>
        </p:spPr>
        <p:txBody>
          <a:bodyPr rtlCol="0">
            <a:norm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a:lvl7pPr>
            <a:lvl8pPr algn="l" rtl="0">
              <a:defRPr sz="2000" baseline="0"/>
            </a:lvl8pPr>
            <a:lvl9pPr algn="l" rtl="0">
              <a:defRPr sz="2000" baseline="0"/>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
        <p:nvSpPr>
          <p:cNvPr id="5" name="Espace réservé de la date 4"/>
          <p:cNvSpPr>
            <a:spLocks noGrp="1"/>
          </p:cNvSpPr>
          <p:nvPr>
            <p:ph type="dt" sz="half" idx="10"/>
          </p:nvPr>
        </p:nvSpPr>
        <p:spPr/>
        <p:txBody>
          <a:bodyPr rtlCol="0"/>
          <a:lstStyle>
            <a:lvl1pPr>
              <a:defRPr/>
            </a:lvl1pPr>
          </a:lstStyle>
          <a:p>
            <a:fld id="{3FF95AA5-BF1E-4EB9-A1D5-0AB2DD60A2D9}" type="datetime1">
              <a:rPr lang="fr-FR" smtClean="0"/>
              <a:pPr/>
              <a:t>16/04/2026</a:t>
            </a:fld>
            <a:endParaRPr lang="fr-FR" dirty="0"/>
          </a:p>
        </p:txBody>
      </p:sp>
      <p:sp>
        <p:nvSpPr>
          <p:cNvPr id="6" name="Espace réservé du pied de page 5"/>
          <p:cNvSpPr>
            <a:spLocks noGrp="1"/>
          </p:cNvSpPr>
          <p:nvPr>
            <p:ph type="ftr" sz="quarter" idx="11"/>
          </p:nvPr>
        </p:nvSpPr>
        <p:spPr/>
        <p:txBody>
          <a:bodyPr rtlCol="0"/>
          <a:lstStyle/>
          <a:p>
            <a:pPr rtl="0"/>
            <a:endParaRPr lang="fr-FR" dirty="0"/>
          </a:p>
        </p:txBody>
      </p:sp>
      <p:sp>
        <p:nvSpPr>
          <p:cNvPr id="7" name="Espace réservé du numéro de diapositive 6"/>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218882" y="1701800"/>
            <a:ext cx="4062942" cy="2438400"/>
          </a:xfrm>
        </p:spPr>
        <p:txBody>
          <a:bodyPr rtlCol="0" anchor="b">
            <a:normAutofit/>
          </a:bodyPr>
          <a:lstStyle>
            <a:lvl1pPr algn="l" rtl="0">
              <a:defRPr sz="2800" b="0" cap="all" spc="200" baseline="0">
                <a:solidFill>
                  <a:schemeClr val="accent1"/>
                </a:solidFill>
              </a:defRPr>
            </a:lvl1pPr>
          </a:lstStyle>
          <a:p>
            <a:pPr rtl="0"/>
            <a:r>
              <a:rPr lang="fr-FR"/>
              <a:t>Modifiez le style du titre</a:t>
            </a:r>
            <a:endParaRPr lang="fr-FR" dirty="0"/>
          </a:p>
        </p:txBody>
      </p:sp>
      <p:sp>
        <p:nvSpPr>
          <p:cNvPr id="4" name="Espace réservé du texte 3"/>
          <p:cNvSpPr>
            <a:spLocks noGrp="1"/>
          </p:cNvSpPr>
          <p:nvPr>
            <p:ph type="body" sz="half" idx="2"/>
          </p:nvPr>
        </p:nvSpPr>
        <p:spPr>
          <a:xfrm>
            <a:off x="1218882" y="4241800"/>
            <a:ext cx="4062942" cy="1930400"/>
          </a:xfrm>
        </p:spPr>
        <p:txBody>
          <a:bodyPr rtlCol="0">
            <a:normAutofit/>
          </a:bodyPr>
          <a:lstStyle>
            <a:lvl1pPr marL="0" indent="0" algn="l" rtl="0">
              <a:buNone/>
              <a:defRPr sz="20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fr-FR"/>
              <a:t>Cliquez pour modifier les styles du texte du masque</a:t>
            </a:r>
          </a:p>
        </p:txBody>
      </p:sp>
      <p:sp>
        <p:nvSpPr>
          <p:cNvPr id="3" name="Espace réservé d’image 2" descr="Espace réservé vide pour ajouter une image. Cliquez sur l’espace réservé et sélectionnez l’image à ajouter."/>
          <p:cNvSpPr>
            <a:spLocks noGrp="1"/>
          </p:cNvSpPr>
          <p:nvPr>
            <p:ph type="pic" idx="1"/>
          </p:nvPr>
        </p:nvSpPr>
        <p:spPr>
          <a:xfrm>
            <a:off x="5484971" y="584200"/>
            <a:ext cx="6094413" cy="5588000"/>
          </a:xfrm>
          <a:ln w="12700">
            <a:solidFill>
              <a:schemeClr val="bg1">
                <a:lumMod val="75000"/>
                <a:lumOff val="25000"/>
              </a:schemeClr>
            </a:solidFill>
            <a:miter lim="800000"/>
          </a:ln>
        </p:spPr>
        <p:txBody>
          <a:bodyPr rtlCol="0">
            <a:normAutofit/>
          </a:bodyPr>
          <a:lstStyle>
            <a:lvl1pPr marL="0" indent="0" algn="l" rtl="0">
              <a:buNone/>
              <a:defRPr sz="2800"/>
            </a:lvl1pPr>
            <a:lvl2pPr marL="609493" indent="0" algn="l" rtl="0">
              <a:buNone/>
              <a:defRPr sz="3700"/>
            </a:lvl2pPr>
            <a:lvl3pPr marL="1218987" indent="0" algn="l" rtl="0">
              <a:buNone/>
              <a:defRPr sz="3200"/>
            </a:lvl3pPr>
            <a:lvl4pPr marL="1828480" indent="0" algn="l" rtl="0">
              <a:buNone/>
              <a:defRPr sz="2700"/>
            </a:lvl4pPr>
            <a:lvl5pPr marL="2437973" indent="0" algn="l" rtl="0">
              <a:buNone/>
              <a:defRPr sz="2700"/>
            </a:lvl5pPr>
            <a:lvl6pPr marL="3047467" indent="0" algn="l" rtl="0">
              <a:buNone/>
              <a:defRPr sz="2700"/>
            </a:lvl6pPr>
            <a:lvl7pPr marL="3656960" indent="0" algn="l" rtl="0">
              <a:buNone/>
              <a:defRPr sz="2700"/>
            </a:lvl7pPr>
            <a:lvl8pPr marL="4266453" indent="0" algn="l" rtl="0">
              <a:buNone/>
              <a:defRPr sz="2700"/>
            </a:lvl8pPr>
            <a:lvl9pPr marL="4875947" indent="0" algn="l" rtl="0">
              <a:buNone/>
              <a:defRPr sz="2700"/>
            </a:lvl9pPr>
          </a:lstStyle>
          <a:p>
            <a:pPr rtl="0"/>
            <a:r>
              <a:rPr lang="fr-FR"/>
              <a:t>Cliquez sur l'icône pour ajouter une image</a:t>
            </a:r>
            <a:endParaRPr lang="fr-FR" dirty="0"/>
          </a:p>
        </p:txBody>
      </p:sp>
      <p:sp>
        <p:nvSpPr>
          <p:cNvPr id="5" name="Espace réservé de la date 4"/>
          <p:cNvSpPr>
            <a:spLocks noGrp="1"/>
          </p:cNvSpPr>
          <p:nvPr>
            <p:ph type="dt" sz="half" idx="10"/>
          </p:nvPr>
        </p:nvSpPr>
        <p:spPr/>
        <p:txBody>
          <a:bodyPr rtlCol="0"/>
          <a:lstStyle>
            <a:lvl1pPr>
              <a:defRPr/>
            </a:lvl1pPr>
          </a:lstStyle>
          <a:p>
            <a:fld id="{6F7BC923-82FA-41E3-BF4E-E946B22CD3AC}" type="datetime1">
              <a:rPr lang="fr-FR" smtClean="0"/>
              <a:pPr/>
              <a:t>16/04/2026</a:t>
            </a:fld>
            <a:endParaRPr lang="fr-FR" dirty="0"/>
          </a:p>
        </p:txBody>
      </p:sp>
      <p:sp>
        <p:nvSpPr>
          <p:cNvPr id="6" name="Espace réservé du pied de page 5"/>
          <p:cNvSpPr>
            <a:spLocks noGrp="1"/>
          </p:cNvSpPr>
          <p:nvPr>
            <p:ph type="ftr" sz="quarter" idx="11"/>
          </p:nvPr>
        </p:nvSpPr>
        <p:spPr/>
        <p:txBody>
          <a:bodyPr rtlCol="0"/>
          <a:lstStyle/>
          <a:p>
            <a:pPr rtl="0"/>
            <a:endParaRPr lang="fr-FR" dirty="0"/>
          </a:p>
        </p:txBody>
      </p:sp>
      <p:sp>
        <p:nvSpPr>
          <p:cNvPr id="7" name="Espace réservé du numéro de diapositive 6"/>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a:t>Modifiez le style du titre</a:t>
            </a:r>
            <a:endParaRPr lang="fr-FR" dirty="0"/>
          </a:p>
        </p:txBody>
      </p:sp>
      <p:sp>
        <p:nvSpPr>
          <p:cNvPr id="3" name="Espace réservé du texte vertical 2"/>
          <p:cNvSpPr>
            <a:spLocks noGrp="1"/>
          </p:cNvSpPr>
          <p:nvPr>
            <p:ph type="body" orient="vert" idx="1"/>
          </p:nvPr>
        </p:nvSpPr>
        <p:spPr/>
        <p:txBody>
          <a:bodyPr vert="eaVert" rtlCol="0"/>
          <a:lstStyle>
            <a:lvl5pPr algn="l" rtl="0">
              <a:defRPr/>
            </a:lvl5pPr>
            <a:lvl6pPr algn="l" rtl="0">
              <a:defRPr/>
            </a:lvl6pPr>
            <a:lvl7pPr algn="l" rtl="0">
              <a:defRPr/>
            </a:lvl7pPr>
            <a:lvl8pPr algn="l" rtl="0">
              <a:defRPr baseline="0"/>
            </a:lvl8pPr>
            <a:lvl9pPr algn="l" rtl="0">
              <a:defRPr baseline="0"/>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
        <p:nvSpPr>
          <p:cNvPr id="4" name="Espace réservé de la date 3"/>
          <p:cNvSpPr>
            <a:spLocks noGrp="1"/>
          </p:cNvSpPr>
          <p:nvPr>
            <p:ph type="dt" sz="half" idx="10"/>
          </p:nvPr>
        </p:nvSpPr>
        <p:spPr/>
        <p:txBody>
          <a:bodyPr rtlCol="0"/>
          <a:lstStyle>
            <a:lvl1pPr>
              <a:defRPr/>
            </a:lvl1pPr>
          </a:lstStyle>
          <a:p>
            <a:fld id="{8A1D2FCC-4233-4F14-8EDB-8DB44C2A50E0}" type="datetime1">
              <a:rPr lang="fr-FR" smtClean="0"/>
              <a:pPr/>
              <a:t>16/04/2026</a:t>
            </a:fld>
            <a:endParaRPr lang="fr-FR" dirty="0"/>
          </a:p>
        </p:txBody>
      </p:sp>
      <p:sp>
        <p:nvSpPr>
          <p:cNvPr id="5" name="Espace réservé du pied de page 4"/>
          <p:cNvSpPr>
            <a:spLocks noGrp="1"/>
          </p:cNvSpPr>
          <p:nvPr>
            <p:ph type="ftr" sz="quarter" idx="11"/>
          </p:nvPr>
        </p:nvSpPr>
        <p:spPr/>
        <p:txBody>
          <a:bodyPr rtlCol="0"/>
          <a:lstStyle/>
          <a:p>
            <a:pPr rtl="0"/>
            <a:endParaRPr lang="fr-FR" dirty="0"/>
          </a:p>
        </p:txBody>
      </p:sp>
      <p:sp>
        <p:nvSpPr>
          <p:cNvPr id="6" name="Espace réservé du numéro de diapositive 5"/>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6898" y="584200"/>
            <a:ext cx="2742486" cy="5588000"/>
          </a:xfrm>
        </p:spPr>
        <p:txBody>
          <a:bodyPr vert="eaVert" rtlCol="0"/>
          <a:lstStyle/>
          <a:p>
            <a:pPr rtl="0"/>
            <a:r>
              <a:rPr lang="fr-FR"/>
              <a:t>Modifiez le style du titre</a:t>
            </a:r>
            <a:endParaRPr lang="fr-FR" dirty="0"/>
          </a:p>
        </p:txBody>
      </p:sp>
      <p:sp>
        <p:nvSpPr>
          <p:cNvPr id="3" name="Espace réservé du texte vertical 2"/>
          <p:cNvSpPr>
            <a:spLocks noGrp="1"/>
          </p:cNvSpPr>
          <p:nvPr>
            <p:ph type="body" orient="vert" idx="1"/>
          </p:nvPr>
        </p:nvSpPr>
        <p:spPr>
          <a:xfrm>
            <a:off x="1218882" y="584200"/>
            <a:ext cx="7414869" cy="5588000"/>
          </a:xfrm>
        </p:spPr>
        <p:txBody>
          <a:bodyPr vert="eaVert" rtlCol="0"/>
          <a:lstStyle>
            <a:lvl5pPr algn="l" rtl="0">
              <a:defRPr/>
            </a:lvl5pPr>
            <a:lvl6pPr algn="l" rtl="0">
              <a:defRPr/>
            </a:lvl6pPr>
            <a:lvl7pPr algn="l" rtl="0">
              <a:defRPr/>
            </a:lvl7pPr>
            <a:lvl8pPr algn="l" rtl="0">
              <a:defRPr/>
            </a:lvl8pPr>
            <a:lvl9pPr algn="l" rtl="0">
              <a:defRPr/>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
        <p:nvSpPr>
          <p:cNvPr id="4" name="Espace réservé de la date 3"/>
          <p:cNvSpPr>
            <a:spLocks noGrp="1"/>
          </p:cNvSpPr>
          <p:nvPr>
            <p:ph type="dt" sz="half" idx="10"/>
          </p:nvPr>
        </p:nvSpPr>
        <p:spPr/>
        <p:txBody>
          <a:bodyPr rtlCol="0"/>
          <a:lstStyle>
            <a:lvl1pPr>
              <a:defRPr/>
            </a:lvl1pPr>
          </a:lstStyle>
          <a:p>
            <a:fld id="{763F31CA-359D-41CC-AD54-062A6FB97288}" type="datetime1">
              <a:rPr lang="fr-FR" smtClean="0"/>
              <a:pPr/>
              <a:t>16/04/2026</a:t>
            </a:fld>
            <a:endParaRPr lang="fr-FR" dirty="0"/>
          </a:p>
        </p:txBody>
      </p:sp>
      <p:sp>
        <p:nvSpPr>
          <p:cNvPr id="5" name="Espace réservé du pied de page 4"/>
          <p:cNvSpPr>
            <a:spLocks noGrp="1"/>
          </p:cNvSpPr>
          <p:nvPr>
            <p:ph type="ftr" sz="quarter" idx="11"/>
          </p:nvPr>
        </p:nvSpPr>
        <p:spPr/>
        <p:txBody>
          <a:bodyPr rtlCol="0"/>
          <a:lstStyle/>
          <a:p>
            <a:pPr rtl="0"/>
            <a:endParaRPr lang="fr-FR" dirty="0"/>
          </a:p>
        </p:txBody>
      </p:sp>
      <p:sp>
        <p:nvSpPr>
          <p:cNvPr id="6" name="Espace réservé du numéro de diapositive 5"/>
          <p:cNvSpPr>
            <a:spLocks noGrp="1"/>
          </p:cNvSpPr>
          <p:nvPr>
            <p:ph type="sldNum" sz="quarter" idx="12"/>
          </p:nvPr>
        </p:nvSpPr>
        <p:spPr/>
        <p:txBody>
          <a:bodyPr rtlCol="0"/>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800080"/>
            </a:gs>
            <a:gs pos="55000">
              <a:schemeClr val="accent3">
                <a:lumMod val="60000"/>
                <a:lumOff val="40000"/>
              </a:schemeClr>
            </a:gs>
            <a:gs pos="90000">
              <a:srgbClr val="270628"/>
            </a:gs>
          </a:gsLst>
          <a:lin ang="8100000" scaled="1"/>
          <a:tileRect/>
        </a:gradFill>
        <a:effectLst/>
      </p:bgPr>
    </p:bg>
    <p:spTree>
      <p:nvGrpSpPr>
        <p:cNvPr id="1" name=""/>
        <p:cNvGrpSpPr/>
        <p:nvPr/>
      </p:nvGrpSpPr>
      <p:grpSpPr>
        <a:xfrm>
          <a:off x="0" y="0"/>
          <a:ext cx="0" cy="0"/>
          <a:chOff x="0" y="0"/>
          <a:chExt cx="0" cy="0"/>
        </a:xfrm>
      </p:grpSpPr>
      <p:grpSp>
        <p:nvGrpSpPr>
          <p:cNvPr id="15" name="lignes de gauche"/>
          <p:cNvGrpSpPr/>
          <p:nvPr/>
        </p:nvGrpSpPr>
        <p:grpSpPr>
          <a:xfrm>
            <a:off x="-15870" y="-3174"/>
            <a:ext cx="819993" cy="5229225"/>
            <a:chOff x="-11906" y="-2381"/>
            <a:chExt cx="615155" cy="3921919"/>
          </a:xfrm>
        </p:grpSpPr>
        <p:sp>
          <p:nvSpPr>
            <p:cNvPr id="10" name="Forme libre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1" name="Forme libre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4" name="Forme libre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sp>
        <p:nvSpPr>
          <p:cNvPr id="2" name="Espace réservé du titre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pPr rtl="0"/>
            <a:r>
              <a:rPr lang="fr-FR" dirty="0"/>
              <a:t>Modifiez le style du titre</a:t>
            </a:r>
          </a:p>
        </p:txBody>
      </p:sp>
      <p:sp>
        <p:nvSpPr>
          <p:cNvPr id="3" name="Espace réservé du texte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rtl="0"/>
            <a:r>
              <a:rPr lang="fr-FR" dirty="0"/>
              <a:t>Modifiez les styles du texte du masque</a:t>
            </a:r>
          </a:p>
          <a:p>
            <a:pPr lvl="1" rtl="0"/>
            <a:r>
              <a:rPr lang="fr-FR" dirty="0"/>
              <a:t>Deuxième niveau</a:t>
            </a:r>
          </a:p>
          <a:p>
            <a:pPr lvl="2" rtl="0"/>
            <a:r>
              <a:rPr lang="fr-FR" dirty="0"/>
              <a:t>Troisième niveau</a:t>
            </a:r>
          </a:p>
          <a:p>
            <a:pPr lvl="3" rtl="0"/>
            <a:r>
              <a:rPr lang="fr-FR" dirty="0"/>
              <a:t>Quatrième niveau</a:t>
            </a:r>
          </a:p>
          <a:p>
            <a:pPr lvl="4" rtl="0"/>
            <a:r>
              <a:rPr lang="fr-FR" dirty="0"/>
              <a:t>Cinquième niveau</a:t>
            </a:r>
          </a:p>
        </p:txBody>
      </p:sp>
      <p:sp>
        <p:nvSpPr>
          <p:cNvPr id="4" name="Espace réservé de la date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rtl="0">
              <a:defRPr sz="1200">
                <a:solidFill>
                  <a:schemeClr val="tx1">
                    <a:tint val="75000"/>
                  </a:schemeClr>
                </a:solidFill>
              </a:defRPr>
            </a:lvl1pPr>
          </a:lstStyle>
          <a:p>
            <a:fld id="{64A97F8E-A89E-4ECD-B8CE-87968877804C}" type="datetime1">
              <a:rPr lang="fr-FR" smtClean="0"/>
              <a:pPr/>
              <a:t>16/04/2026</a:t>
            </a:fld>
            <a:endParaRPr lang="fr-FR" dirty="0"/>
          </a:p>
        </p:txBody>
      </p:sp>
      <p:sp>
        <p:nvSpPr>
          <p:cNvPr id="5" name="Espace réservé du pied de page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rtl="0">
              <a:defRPr sz="1200">
                <a:solidFill>
                  <a:schemeClr val="tx1">
                    <a:tint val="75000"/>
                  </a:schemeClr>
                </a:solidFill>
              </a:defRPr>
            </a:lvl1pPr>
          </a:lstStyle>
          <a:p>
            <a:pPr rtl="0"/>
            <a:endParaRPr lang="fr-FR" dirty="0"/>
          </a:p>
        </p:txBody>
      </p:sp>
      <p:sp>
        <p:nvSpPr>
          <p:cNvPr id="6" name="Espace réservé du numéro de diapositive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l" rtl="0">
              <a:defRPr sz="1200">
                <a:solidFill>
                  <a:schemeClr val="tx1">
                    <a:tint val="75000"/>
                  </a:schemeClr>
                </a:solidFill>
              </a:defRPr>
            </a:lvl1p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0.emf"/></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85900" y="1340768"/>
            <a:ext cx="6557467" cy="648072"/>
          </a:xfrm>
        </p:spPr>
        <p:txBody>
          <a:bodyPr rtlCol="0">
            <a:normAutofit fontScale="90000"/>
          </a:bodyPr>
          <a:lstStyle/>
          <a:p>
            <a:br>
              <a:rPr lang="en-US" dirty="0"/>
            </a:br>
            <a:br>
              <a:rPr lang="en-US" dirty="0"/>
            </a:br>
            <a:r>
              <a:rPr lang="en-US" dirty="0"/>
              <a:t> </a:t>
            </a:r>
            <a:r>
              <a:rPr lang="en-US" u="sng" dirty="0"/>
              <a:t>Data Analytics </a:t>
            </a:r>
            <a:r>
              <a:rPr lang="en-US" dirty="0"/>
              <a:t>	</a:t>
            </a:r>
          </a:p>
        </p:txBody>
      </p:sp>
      <p:sp>
        <p:nvSpPr>
          <p:cNvPr id="5" name="Sous-titre 4"/>
          <p:cNvSpPr>
            <a:spLocks noGrp="1"/>
          </p:cNvSpPr>
          <p:nvPr>
            <p:ph type="subTitle" idx="1"/>
          </p:nvPr>
        </p:nvSpPr>
        <p:spPr>
          <a:xfrm>
            <a:off x="1701924" y="2132856"/>
            <a:ext cx="8586569" cy="864096"/>
          </a:xfrm>
        </p:spPr>
        <p:txBody>
          <a:bodyPr rtlCol="0">
            <a:normAutofit lnSpcReduction="10000"/>
          </a:bodyPr>
          <a:lstStyle/>
          <a:p>
            <a:r>
              <a:rPr lang="en-US" dirty="0">
                <a:solidFill>
                  <a:srgbClr val="008D8D"/>
                </a:solidFill>
              </a:rPr>
              <a:t>Student Habits Performance &amp; </a:t>
            </a:r>
          </a:p>
          <a:p>
            <a:r>
              <a:rPr lang="en-US" dirty="0">
                <a:solidFill>
                  <a:srgbClr val="008D8D"/>
                </a:solidFill>
              </a:rPr>
              <a:t>Politician text analysis </a:t>
            </a:r>
            <a:r>
              <a:rPr lang="en-US" dirty="0"/>
              <a:t>	</a:t>
            </a:r>
          </a:p>
          <a:p>
            <a:pPr rtl="0"/>
            <a:endParaRPr lang="fr-FR" dirty="0"/>
          </a:p>
        </p:txBody>
      </p:sp>
      <p:sp>
        <p:nvSpPr>
          <p:cNvPr id="4" name="ZoneTexte 3">
            <a:extLst>
              <a:ext uri="{FF2B5EF4-FFF2-40B4-BE49-F238E27FC236}">
                <a16:creationId xmlns:a16="http://schemas.microsoft.com/office/drawing/2014/main" id="{01D502E2-2AA0-9342-6EC9-65F1156FAA7F}"/>
              </a:ext>
            </a:extLst>
          </p:cNvPr>
          <p:cNvSpPr txBox="1"/>
          <p:nvPr/>
        </p:nvSpPr>
        <p:spPr>
          <a:xfrm>
            <a:off x="1701924" y="4797152"/>
            <a:ext cx="3384376" cy="523220"/>
          </a:xfrm>
          <a:prstGeom prst="rect">
            <a:avLst/>
          </a:prstGeom>
          <a:noFill/>
        </p:spPr>
        <p:txBody>
          <a:bodyPr wrap="square">
            <a:spAutoFit/>
          </a:bodyPr>
          <a:lstStyle/>
          <a:p>
            <a:r>
              <a:rPr lang="en-US" sz="1400" b="0" i="0" u="none" strike="noStrike" baseline="0" dirty="0" err="1"/>
              <a:t>Assoumany</a:t>
            </a:r>
            <a:r>
              <a:rPr lang="en-US" sz="1400" b="0" i="0" u="none" strike="noStrike" baseline="0" dirty="0"/>
              <a:t> </a:t>
            </a:r>
            <a:r>
              <a:rPr lang="en-US" sz="1400" b="0" i="0" u="none" strike="noStrike" baseline="0" dirty="0" err="1"/>
              <a:t>Yeningna</a:t>
            </a:r>
            <a:r>
              <a:rPr lang="en-US" sz="1400" b="0" i="0" u="none" strike="noStrike" baseline="0" dirty="0"/>
              <a:t> </a:t>
            </a:r>
            <a:r>
              <a:rPr lang="en-US" sz="1400" b="0" i="0" u="none" strike="noStrike" baseline="0" dirty="0" err="1"/>
              <a:t>Orlane</a:t>
            </a:r>
            <a:r>
              <a:rPr lang="en-US" sz="1400" b="0" i="0" u="none" strike="noStrike" baseline="0" dirty="0"/>
              <a:t> Kone </a:t>
            </a:r>
          </a:p>
          <a:p>
            <a:r>
              <a:rPr lang="en-US" sz="1400" b="0" i="0" u="none" strike="noStrike" baseline="0" dirty="0" err="1"/>
              <a:t>Nunekpeku</a:t>
            </a:r>
            <a:r>
              <a:rPr lang="en-US" sz="1400" b="0" i="0" u="none" strike="noStrike" baseline="0" dirty="0"/>
              <a:t> Kimberly Elorm 	</a:t>
            </a:r>
          </a:p>
        </p:txBody>
      </p:sp>
      <p:sp>
        <p:nvSpPr>
          <p:cNvPr id="6" name="Parallélogramme 5">
            <a:extLst>
              <a:ext uri="{FF2B5EF4-FFF2-40B4-BE49-F238E27FC236}">
                <a16:creationId xmlns:a16="http://schemas.microsoft.com/office/drawing/2014/main" id="{69BD79E9-172B-4080-E29A-7DFEC89DAC6C}"/>
              </a:ext>
            </a:extLst>
          </p:cNvPr>
          <p:cNvSpPr/>
          <p:nvPr/>
        </p:nvSpPr>
        <p:spPr>
          <a:xfrm rot="5400000">
            <a:off x="273415" y="2540551"/>
            <a:ext cx="2808313" cy="48704"/>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Tree>
    <p:extLst>
      <p:ext uri="{BB962C8B-B14F-4D97-AF65-F5344CB8AC3E}">
        <p14:creationId xmlns:p14="http://schemas.microsoft.com/office/powerpoint/2010/main" val="13322918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down)">
                                      <p:cBhvr>
                                        <p:cTn id="11" dur="500"/>
                                        <p:tgtEl>
                                          <p:spTgt spid="5">
                                            <p:txEl>
                                              <p:pRg st="0" end="0"/>
                                            </p:tx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down)">
                                      <p:cBhvr>
                                        <p:cTn id="15" dur="500"/>
                                        <p:tgtEl>
                                          <p:spTgt spid="5">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1341884" y="188640"/>
            <a:ext cx="2427257" cy="661888"/>
          </a:xfrm>
        </p:spPr>
        <p:txBody>
          <a:bodyPr rtlCol="0">
            <a:normAutofit/>
          </a:bodyPr>
          <a:lstStyle/>
          <a:p>
            <a:pPr rtl="0"/>
            <a:r>
              <a:rPr lang="fr-FR" sz="2800" u="sng" dirty="0"/>
              <a:t>CONTENT:</a:t>
            </a:r>
          </a:p>
        </p:txBody>
      </p:sp>
      <p:sp>
        <p:nvSpPr>
          <p:cNvPr id="14" name="Espace réservé du contenu 13"/>
          <p:cNvSpPr>
            <a:spLocks noGrp="1"/>
          </p:cNvSpPr>
          <p:nvPr>
            <p:ph idx="1"/>
          </p:nvPr>
        </p:nvSpPr>
        <p:spPr>
          <a:xfrm>
            <a:off x="1053852" y="1045081"/>
            <a:ext cx="4299465" cy="4679531"/>
          </a:xfrm>
        </p:spPr>
        <p:txBody>
          <a:bodyPr rtlCol="0">
            <a:normAutofit fontScale="62500" lnSpcReduction="20000"/>
          </a:bodyPr>
          <a:lstStyle/>
          <a:p>
            <a:endParaRPr lang="en-US" dirty="0"/>
          </a:p>
          <a:p>
            <a:pPr marL="0" indent="0">
              <a:buNone/>
            </a:pPr>
            <a:r>
              <a:rPr lang="en-US" sz="2500" b="1" u="sng" dirty="0"/>
              <a:t>PART ONE: </a:t>
            </a:r>
            <a:r>
              <a:rPr lang="en-US" sz="2500" b="1" dirty="0"/>
              <a:t>STUDENT HABIT PERFORMANCE </a:t>
            </a:r>
            <a:endParaRPr lang="en-US" sz="2500" dirty="0"/>
          </a:p>
          <a:p>
            <a:r>
              <a:rPr lang="en-US" sz="2500" b="1" dirty="0"/>
              <a:t> Introduction </a:t>
            </a:r>
            <a:endParaRPr lang="en-US" sz="2500" dirty="0"/>
          </a:p>
          <a:p>
            <a:r>
              <a:rPr lang="en-US" sz="2500" b="1" dirty="0"/>
              <a:t> Data Preparation </a:t>
            </a:r>
            <a:endParaRPr lang="en-US" sz="2500" dirty="0"/>
          </a:p>
          <a:p>
            <a:r>
              <a:rPr lang="en-US" sz="2500" b="1" dirty="0"/>
              <a:t>Exploratory Data Analysis </a:t>
            </a:r>
          </a:p>
          <a:p>
            <a:r>
              <a:rPr lang="en-US" sz="2500" b="1" dirty="0"/>
              <a:t>Statistical Analysis </a:t>
            </a:r>
          </a:p>
          <a:p>
            <a:r>
              <a:rPr lang="en-US" sz="2500" b="1" dirty="0"/>
              <a:t> Predictive Modeling </a:t>
            </a:r>
          </a:p>
          <a:p>
            <a:r>
              <a:rPr lang="en-US" sz="2500" b="1" dirty="0"/>
              <a:t>Clustering </a:t>
            </a:r>
          </a:p>
          <a:p>
            <a:r>
              <a:rPr lang="en-US" sz="2500" b="1" dirty="0"/>
              <a:t> Recommendations </a:t>
            </a:r>
          </a:p>
          <a:p>
            <a:r>
              <a:rPr lang="en-US" sz="2500" b="1" dirty="0"/>
              <a:t> Limitations and Future Work </a:t>
            </a:r>
            <a:endParaRPr lang="en-US" sz="2500" dirty="0"/>
          </a:p>
          <a:p>
            <a:r>
              <a:rPr lang="en-US" sz="2500" b="1" dirty="0"/>
              <a:t> Conclusion </a:t>
            </a:r>
            <a:endParaRPr lang="en-US" sz="2500" dirty="0"/>
          </a:p>
          <a:p>
            <a:pPr marL="0" indent="0">
              <a:buNone/>
            </a:pPr>
            <a:r>
              <a:rPr lang="en-US" sz="2500" b="1" dirty="0"/>
              <a:t>An Appendix: Code and Additional Outputs </a:t>
            </a:r>
            <a:endParaRPr lang="fr-FR" sz="2500" dirty="0"/>
          </a:p>
        </p:txBody>
      </p:sp>
      <p:sp>
        <p:nvSpPr>
          <p:cNvPr id="2" name="Parallélogramme 1">
            <a:extLst>
              <a:ext uri="{FF2B5EF4-FFF2-40B4-BE49-F238E27FC236}">
                <a16:creationId xmlns:a16="http://schemas.microsoft.com/office/drawing/2014/main" id="{D757922C-032D-FA3B-6858-FAEAF937A9D1}"/>
              </a:ext>
            </a:extLst>
          </p:cNvPr>
          <p:cNvSpPr/>
          <p:nvPr/>
        </p:nvSpPr>
        <p:spPr>
          <a:xfrm rot="5400000" flipV="1">
            <a:off x="4245064" y="3550156"/>
            <a:ext cx="3312367" cy="45719"/>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 name="ZoneTexte 3">
            <a:extLst>
              <a:ext uri="{FF2B5EF4-FFF2-40B4-BE49-F238E27FC236}">
                <a16:creationId xmlns:a16="http://schemas.microsoft.com/office/drawing/2014/main" id="{1AB6CDC9-FF56-63B9-8D2B-8056B63224A6}"/>
              </a:ext>
            </a:extLst>
          </p:cNvPr>
          <p:cNvSpPr txBox="1"/>
          <p:nvPr/>
        </p:nvSpPr>
        <p:spPr>
          <a:xfrm>
            <a:off x="6430191" y="1268760"/>
            <a:ext cx="5549445" cy="3747436"/>
          </a:xfrm>
          <a:prstGeom prst="rect">
            <a:avLst/>
          </a:prstGeom>
          <a:noFill/>
        </p:spPr>
        <p:txBody>
          <a:bodyPr wrap="square">
            <a:spAutoFit/>
          </a:bodyPr>
          <a:lstStyle/>
          <a:p>
            <a:pPr>
              <a:lnSpc>
                <a:spcPct val="150000"/>
              </a:lnSpc>
              <a:buClr>
                <a:srgbClr val="008D8D"/>
              </a:buClr>
            </a:pPr>
            <a:r>
              <a:rPr lang="en-US" sz="1600" b="1" i="0" u="sng" strike="noStrike" baseline="0" dirty="0"/>
              <a:t>PART TWO: </a:t>
            </a:r>
            <a:r>
              <a:rPr lang="en-US" sz="1600" b="1" i="0" u="none" strike="noStrike" baseline="0" dirty="0"/>
              <a:t>POLITICIAN TEXT ANALYSIS(HENRY KONAN BEDIE) </a:t>
            </a:r>
          </a:p>
          <a:p>
            <a:pPr marL="285750" indent="-285750">
              <a:lnSpc>
                <a:spcPct val="150000"/>
              </a:lnSpc>
              <a:buClr>
                <a:srgbClr val="008D8D"/>
              </a:buClr>
              <a:buFont typeface="Arial" panose="020B0604020202020204" pitchFamily="34" charset="0"/>
              <a:buChar char="•"/>
            </a:pPr>
            <a:r>
              <a:rPr lang="en-US" sz="1600" b="1" i="0" u="none" strike="noStrike" baseline="0" dirty="0"/>
              <a:t>Introduction  &amp; Data Preparation </a:t>
            </a:r>
          </a:p>
          <a:p>
            <a:pPr marL="285750" indent="-285750">
              <a:lnSpc>
                <a:spcPct val="150000"/>
              </a:lnSpc>
              <a:buClr>
                <a:srgbClr val="008D8D"/>
              </a:buClr>
              <a:buFont typeface="Arial" panose="020B0604020202020204" pitchFamily="34" charset="0"/>
              <a:buChar char="•"/>
            </a:pPr>
            <a:r>
              <a:rPr lang="en-US" sz="1600" b="1" i="0" u="none" strike="noStrike" baseline="0" dirty="0"/>
              <a:t>Cleaning the text </a:t>
            </a:r>
          </a:p>
          <a:p>
            <a:pPr marL="285750" indent="-285750">
              <a:lnSpc>
                <a:spcPct val="150000"/>
              </a:lnSpc>
              <a:buClr>
                <a:srgbClr val="008D8D"/>
              </a:buClr>
              <a:buFont typeface="Arial" panose="020B0604020202020204" pitchFamily="34" charset="0"/>
              <a:buChar char="•"/>
            </a:pPr>
            <a:r>
              <a:rPr lang="en-US" sz="1600" b="1" i="0" u="none" strike="noStrike" baseline="0" dirty="0"/>
              <a:t>Tokenization </a:t>
            </a:r>
          </a:p>
          <a:p>
            <a:pPr marL="285750" indent="-285750">
              <a:lnSpc>
                <a:spcPct val="150000"/>
              </a:lnSpc>
              <a:buClr>
                <a:srgbClr val="008D8D"/>
              </a:buClr>
              <a:buFont typeface="Arial" panose="020B0604020202020204" pitchFamily="34" charset="0"/>
              <a:buChar char="•"/>
            </a:pPr>
            <a:r>
              <a:rPr lang="en-US" sz="1600" b="1" i="0" u="none" strike="noStrike" baseline="0" dirty="0" err="1"/>
              <a:t>Stopwords</a:t>
            </a:r>
            <a:r>
              <a:rPr lang="en-US" sz="1600" b="1" i="0" u="none" strike="noStrike" baseline="0" dirty="0"/>
              <a:t> Identification and removal </a:t>
            </a:r>
          </a:p>
          <a:p>
            <a:pPr marL="285750" indent="-285750">
              <a:lnSpc>
                <a:spcPct val="150000"/>
              </a:lnSpc>
              <a:buClr>
                <a:srgbClr val="008D8D"/>
              </a:buClr>
              <a:buFont typeface="Arial" panose="020B0604020202020204" pitchFamily="34" charset="0"/>
              <a:buChar char="•"/>
            </a:pPr>
            <a:r>
              <a:rPr lang="en-US" sz="1600" b="1" i="0" u="none" strike="noStrike" baseline="0" dirty="0"/>
              <a:t>Stemming and lemmatization </a:t>
            </a:r>
          </a:p>
          <a:p>
            <a:pPr marL="285750" indent="-285750">
              <a:lnSpc>
                <a:spcPct val="150000"/>
              </a:lnSpc>
              <a:buClr>
                <a:srgbClr val="008D8D"/>
              </a:buClr>
              <a:buFont typeface="Arial" panose="020B0604020202020204" pitchFamily="34" charset="0"/>
              <a:buChar char="•"/>
            </a:pPr>
            <a:r>
              <a:rPr lang="en-US" sz="1600" b="1" i="0" u="none" strike="noStrike" baseline="0" dirty="0"/>
              <a:t>word frequencies and TF-IDF </a:t>
            </a:r>
          </a:p>
          <a:p>
            <a:pPr marL="285750" indent="-285750">
              <a:lnSpc>
                <a:spcPct val="150000"/>
              </a:lnSpc>
              <a:buClr>
                <a:srgbClr val="008D8D"/>
              </a:buClr>
              <a:buFont typeface="Arial" panose="020B0604020202020204" pitchFamily="34" charset="0"/>
              <a:buChar char="•"/>
            </a:pPr>
            <a:r>
              <a:rPr lang="en-US" sz="1600" b="1" i="0" u="none" strike="noStrike" baseline="0" dirty="0"/>
              <a:t>Sentiment analysis </a:t>
            </a:r>
          </a:p>
          <a:p>
            <a:pPr marL="285750" indent="-285750">
              <a:lnSpc>
                <a:spcPct val="150000"/>
              </a:lnSpc>
              <a:buClr>
                <a:srgbClr val="008D8D"/>
              </a:buClr>
              <a:buFont typeface="Arial" panose="020B0604020202020204" pitchFamily="34" charset="0"/>
              <a:buChar char="•"/>
            </a:pPr>
            <a:r>
              <a:rPr lang="en-US" sz="1600" b="1" i="0" u="none" strike="noStrike" baseline="0" dirty="0"/>
              <a:t>Conclusion </a:t>
            </a:r>
          </a:p>
          <a:p>
            <a:pPr>
              <a:lnSpc>
                <a:spcPct val="150000"/>
              </a:lnSpc>
              <a:buClr>
                <a:srgbClr val="008D8D"/>
              </a:buClr>
            </a:pPr>
            <a:r>
              <a:rPr lang="en-US" sz="1600" b="1" i="0" u="none" strike="noStrike" baseline="0" dirty="0"/>
              <a:t>An Appendix: Code and Additional Outputs </a:t>
            </a:r>
            <a:endParaRPr lang="en-US" sz="1600" b="1"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1000"/>
                                        <p:tgtEl>
                                          <p:spTgt spid="14">
                                            <p:txEl>
                                              <p:pRg st="1" end="1"/>
                                            </p:txEl>
                                          </p:spTgt>
                                        </p:tgtEl>
                                      </p:cBhvr>
                                    </p:animEffect>
                                    <p:anim calcmode="lin" valueType="num">
                                      <p:cBhvr>
                                        <p:cTn id="13"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1000"/>
                                        <p:tgtEl>
                                          <p:spTgt spid="14">
                                            <p:txEl>
                                              <p:pRg st="2" end="2"/>
                                            </p:txEl>
                                          </p:spTgt>
                                        </p:tgtEl>
                                      </p:cBhvr>
                                    </p:animEffect>
                                    <p:anim calcmode="lin" valueType="num">
                                      <p:cBhvr>
                                        <p:cTn id="18"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1000"/>
                                        <p:tgtEl>
                                          <p:spTgt spid="14">
                                            <p:txEl>
                                              <p:pRg st="3" end="3"/>
                                            </p:txEl>
                                          </p:spTgt>
                                        </p:tgtEl>
                                      </p:cBhvr>
                                    </p:animEffect>
                                    <p:anim calcmode="lin" valueType="num">
                                      <p:cBhvr>
                                        <p:cTn id="23"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fade">
                                      <p:cBhvr>
                                        <p:cTn id="27" dur="1000"/>
                                        <p:tgtEl>
                                          <p:spTgt spid="14">
                                            <p:txEl>
                                              <p:pRg st="4" end="4"/>
                                            </p:txEl>
                                          </p:spTgt>
                                        </p:tgtEl>
                                      </p:cBhvr>
                                    </p:animEffect>
                                    <p:anim calcmode="lin" valueType="num">
                                      <p:cBhvr>
                                        <p:cTn id="28"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4">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animEffect transition="in" filter="fade">
                                      <p:cBhvr>
                                        <p:cTn id="32" dur="1000"/>
                                        <p:tgtEl>
                                          <p:spTgt spid="14">
                                            <p:txEl>
                                              <p:pRg st="5" end="5"/>
                                            </p:txEl>
                                          </p:spTgt>
                                        </p:tgtEl>
                                      </p:cBhvr>
                                    </p:animEffect>
                                    <p:anim calcmode="lin" valueType="num">
                                      <p:cBhvr>
                                        <p:cTn id="3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14">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xEl>
                                              <p:pRg st="6" end="6"/>
                                            </p:txEl>
                                          </p:spTgt>
                                        </p:tgtEl>
                                        <p:attrNameLst>
                                          <p:attrName>style.visibility</p:attrName>
                                        </p:attrNameLst>
                                      </p:cBhvr>
                                      <p:to>
                                        <p:strVal val="visible"/>
                                      </p:to>
                                    </p:set>
                                    <p:animEffect transition="in" filter="fade">
                                      <p:cBhvr>
                                        <p:cTn id="37" dur="1000"/>
                                        <p:tgtEl>
                                          <p:spTgt spid="14">
                                            <p:txEl>
                                              <p:pRg st="6" end="6"/>
                                            </p:txEl>
                                          </p:spTgt>
                                        </p:tgtEl>
                                      </p:cBhvr>
                                    </p:animEffect>
                                    <p:anim calcmode="lin" valueType="num">
                                      <p:cBhvr>
                                        <p:cTn id="38"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14">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4">
                                            <p:txEl>
                                              <p:pRg st="7" end="7"/>
                                            </p:txEl>
                                          </p:spTgt>
                                        </p:tgtEl>
                                        <p:attrNameLst>
                                          <p:attrName>style.visibility</p:attrName>
                                        </p:attrNameLst>
                                      </p:cBhvr>
                                      <p:to>
                                        <p:strVal val="visible"/>
                                      </p:to>
                                    </p:set>
                                    <p:animEffect transition="in" filter="fade">
                                      <p:cBhvr>
                                        <p:cTn id="42" dur="1000"/>
                                        <p:tgtEl>
                                          <p:spTgt spid="14">
                                            <p:txEl>
                                              <p:pRg st="7" end="7"/>
                                            </p:txEl>
                                          </p:spTgt>
                                        </p:tgtEl>
                                      </p:cBhvr>
                                    </p:animEffect>
                                    <p:anim calcmode="lin" valueType="num">
                                      <p:cBhvr>
                                        <p:cTn id="43"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4">
                                            <p:txEl>
                                              <p:pRg st="8" end="8"/>
                                            </p:txEl>
                                          </p:spTgt>
                                        </p:tgtEl>
                                        <p:attrNameLst>
                                          <p:attrName>style.visibility</p:attrName>
                                        </p:attrNameLst>
                                      </p:cBhvr>
                                      <p:to>
                                        <p:strVal val="visible"/>
                                      </p:to>
                                    </p:set>
                                    <p:animEffect transition="in" filter="fade">
                                      <p:cBhvr>
                                        <p:cTn id="47" dur="1000"/>
                                        <p:tgtEl>
                                          <p:spTgt spid="14">
                                            <p:txEl>
                                              <p:pRg st="8" end="8"/>
                                            </p:txEl>
                                          </p:spTgt>
                                        </p:tgtEl>
                                      </p:cBhvr>
                                    </p:animEffect>
                                    <p:anim calcmode="lin" valueType="num">
                                      <p:cBhvr>
                                        <p:cTn id="48"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14">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4">
                                            <p:txEl>
                                              <p:pRg st="9" end="9"/>
                                            </p:txEl>
                                          </p:spTgt>
                                        </p:tgtEl>
                                        <p:attrNameLst>
                                          <p:attrName>style.visibility</p:attrName>
                                        </p:attrNameLst>
                                      </p:cBhvr>
                                      <p:to>
                                        <p:strVal val="visible"/>
                                      </p:to>
                                    </p:set>
                                    <p:animEffect transition="in" filter="fade">
                                      <p:cBhvr>
                                        <p:cTn id="52" dur="1000"/>
                                        <p:tgtEl>
                                          <p:spTgt spid="14">
                                            <p:txEl>
                                              <p:pRg st="9" end="9"/>
                                            </p:txEl>
                                          </p:spTgt>
                                        </p:tgtEl>
                                      </p:cBhvr>
                                    </p:animEffect>
                                    <p:anim calcmode="lin" valueType="num">
                                      <p:cBhvr>
                                        <p:cTn id="53"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14">
                                            <p:txEl>
                                              <p:pRg st="9" end="9"/>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4">
                                            <p:txEl>
                                              <p:pRg st="10" end="10"/>
                                            </p:txEl>
                                          </p:spTgt>
                                        </p:tgtEl>
                                        <p:attrNameLst>
                                          <p:attrName>style.visibility</p:attrName>
                                        </p:attrNameLst>
                                      </p:cBhvr>
                                      <p:to>
                                        <p:strVal val="visible"/>
                                      </p:to>
                                    </p:set>
                                    <p:animEffect transition="in" filter="fade">
                                      <p:cBhvr>
                                        <p:cTn id="57" dur="1000"/>
                                        <p:tgtEl>
                                          <p:spTgt spid="14">
                                            <p:txEl>
                                              <p:pRg st="10" end="10"/>
                                            </p:txEl>
                                          </p:spTgt>
                                        </p:tgtEl>
                                      </p:cBhvr>
                                    </p:animEffect>
                                    <p:anim calcmode="lin" valueType="num">
                                      <p:cBhvr>
                                        <p:cTn id="58"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59" dur="1000" fill="hold"/>
                                        <p:tgtEl>
                                          <p:spTgt spid="14">
                                            <p:txEl>
                                              <p:pRg st="10" end="10"/>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4">
                                            <p:txEl>
                                              <p:pRg st="11" end="11"/>
                                            </p:txEl>
                                          </p:spTgt>
                                        </p:tgtEl>
                                        <p:attrNameLst>
                                          <p:attrName>style.visibility</p:attrName>
                                        </p:attrNameLst>
                                      </p:cBhvr>
                                      <p:to>
                                        <p:strVal val="visible"/>
                                      </p:to>
                                    </p:set>
                                    <p:animEffect transition="in" filter="fade">
                                      <p:cBhvr>
                                        <p:cTn id="62" dur="1000"/>
                                        <p:tgtEl>
                                          <p:spTgt spid="14">
                                            <p:txEl>
                                              <p:pRg st="11" end="11"/>
                                            </p:txEl>
                                          </p:spTgt>
                                        </p:tgtEl>
                                      </p:cBhvr>
                                    </p:animEffect>
                                    <p:anim calcmode="lin" valueType="num">
                                      <p:cBhvr>
                                        <p:cTn id="63" dur="1000" fill="hold"/>
                                        <p:tgtEl>
                                          <p:spTgt spid="14">
                                            <p:txEl>
                                              <p:pRg st="11" end="11"/>
                                            </p:txEl>
                                          </p:spTgt>
                                        </p:tgtEl>
                                        <p:attrNameLst>
                                          <p:attrName>ppt_x</p:attrName>
                                        </p:attrNameLst>
                                      </p:cBhvr>
                                      <p:tavLst>
                                        <p:tav tm="0">
                                          <p:val>
                                            <p:strVal val="#ppt_x"/>
                                          </p:val>
                                        </p:tav>
                                        <p:tav tm="100000">
                                          <p:val>
                                            <p:strVal val="#ppt_x"/>
                                          </p:val>
                                        </p:tav>
                                      </p:tavLst>
                                    </p:anim>
                                    <p:anim calcmode="lin" valueType="num">
                                      <p:cBhvr>
                                        <p:cTn id="64" dur="1000" fill="hold"/>
                                        <p:tgtEl>
                                          <p:spTgt spid="14">
                                            <p:txEl>
                                              <p:pRg st="11" end="11"/>
                                            </p:txEl>
                                          </p:spTgt>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4">
                                            <p:txEl>
                                              <p:pRg st="0" end="0"/>
                                            </p:txEl>
                                          </p:spTgt>
                                        </p:tgtEl>
                                        <p:attrNameLst>
                                          <p:attrName>style.visibility</p:attrName>
                                        </p:attrNameLst>
                                      </p:cBhvr>
                                      <p:to>
                                        <p:strVal val="visible"/>
                                      </p:to>
                                    </p:set>
                                    <p:animEffect transition="in" filter="fade">
                                      <p:cBhvr>
                                        <p:cTn id="67" dur="1000"/>
                                        <p:tgtEl>
                                          <p:spTgt spid="4">
                                            <p:txEl>
                                              <p:pRg st="0" end="0"/>
                                            </p:txEl>
                                          </p:spTgt>
                                        </p:tgtEl>
                                      </p:cBhvr>
                                    </p:animEffect>
                                    <p:anim calcmode="lin" valueType="num">
                                      <p:cBhvr>
                                        <p:cTn id="6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6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70" presetID="47" presetClass="entr" presetSubtype="0" fill="hold" grpId="0" nodeType="withEffect">
                                  <p:stCondLst>
                                    <p:cond delay="0"/>
                                  </p:stCondLst>
                                  <p:childTnLst>
                                    <p:set>
                                      <p:cBhvr>
                                        <p:cTn id="71" dur="1" fill="hold">
                                          <p:stCondLst>
                                            <p:cond delay="0"/>
                                          </p:stCondLst>
                                        </p:cTn>
                                        <p:tgtEl>
                                          <p:spTgt spid="4">
                                            <p:txEl>
                                              <p:pRg st="1" end="1"/>
                                            </p:txEl>
                                          </p:spTgt>
                                        </p:tgtEl>
                                        <p:attrNameLst>
                                          <p:attrName>style.visibility</p:attrName>
                                        </p:attrNameLst>
                                      </p:cBhvr>
                                      <p:to>
                                        <p:strVal val="visible"/>
                                      </p:to>
                                    </p:set>
                                    <p:animEffect transition="in" filter="fade">
                                      <p:cBhvr>
                                        <p:cTn id="72" dur="1000"/>
                                        <p:tgtEl>
                                          <p:spTgt spid="4">
                                            <p:txEl>
                                              <p:pRg st="1" end="1"/>
                                            </p:txEl>
                                          </p:spTgt>
                                        </p:tgtEl>
                                      </p:cBhvr>
                                    </p:animEffect>
                                    <p:anim calcmode="lin" valueType="num">
                                      <p:cBhvr>
                                        <p:cTn id="7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7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75" presetID="47" presetClass="entr" presetSubtype="0" fill="hold" grpId="0" nodeType="withEffect">
                                  <p:stCondLst>
                                    <p:cond delay="0"/>
                                  </p:stCondLst>
                                  <p:childTnLst>
                                    <p:set>
                                      <p:cBhvr>
                                        <p:cTn id="76" dur="1" fill="hold">
                                          <p:stCondLst>
                                            <p:cond delay="0"/>
                                          </p:stCondLst>
                                        </p:cTn>
                                        <p:tgtEl>
                                          <p:spTgt spid="4">
                                            <p:txEl>
                                              <p:pRg st="2" end="2"/>
                                            </p:txEl>
                                          </p:spTgt>
                                        </p:tgtEl>
                                        <p:attrNameLst>
                                          <p:attrName>style.visibility</p:attrName>
                                        </p:attrNameLst>
                                      </p:cBhvr>
                                      <p:to>
                                        <p:strVal val="visible"/>
                                      </p:to>
                                    </p:set>
                                    <p:animEffect transition="in" filter="fade">
                                      <p:cBhvr>
                                        <p:cTn id="77" dur="1000"/>
                                        <p:tgtEl>
                                          <p:spTgt spid="4">
                                            <p:txEl>
                                              <p:pRg st="2" end="2"/>
                                            </p:txEl>
                                          </p:spTgt>
                                        </p:tgtEl>
                                      </p:cBhvr>
                                    </p:animEffect>
                                    <p:anim calcmode="lin" valueType="num">
                                      <p:cBhvr>
                                        <p:cTn id="7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80" presetID="47" presetClass="entr" presetSubtype="0" fill="hold" grpId="0" nodeType="withEffect">
                                  <p:stCondLst>
                                    <p:cond delay="0"/>
                                  </p:stCondLst>
                                  <p:childTnLst>
                                    <p:set>
                                      <p:cBhvr>
                                        <p:cTn id="81" dur="1" fill="hold">
                                          <p:stCondLst>
                                            <p:cond delay="0"/>
                                          </p:stCondLst>
                                        </p:cTn>
                                        <p:tgtEl>
                                          <p:spTgt spid="4">
                                            <p:txEl>
                                              <p:pRg st="3" end="3"/>
                                            </p:txEl>
                                          </p:spTgt>
                                        </p:tgtEl>
                                        <p:attrNameLst>
                                          <p:attrName>style.visibility</p:attrName>
                                        </p:attrNameLst>
                                      </p:cBhvr>
                                      <p:to>
                                        <p:strVal val="visible"/>
                                      </p:to>
                                    </p:set>
                                    <p:animEffect transition="in" filter="fade">
                                      <p:cBhvr>
                                        <p:cTn id="82" dur="1000"/>
                                        <p:tgtEl>
                                          <p:spTgt spid="4">
                                            <p:txEl>
                                              <p:pRg st="3" end="3"/>
                                            </p:txEl>
                                          </p:spTgt>
                                        </p:tgtEl>
                                      </p:cBhvr>
                                    </p:animEffect>
                                    <p:anim calcmode="lin" valueType="num">
                                      <p:cBhvr>
                                        <p:cTn id="8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8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85" presetID="47" presetClass="entr" presetSubtype="0" fill="hold" grpId="0" nodeType="withEffect">
                                  <p:stCondLst>
                                    <p:cond delay="0"/>
                                  </p:stCondLst>
                                  <p:childTnLst>
                                    <p:set>
                                      <p:cBhvr>
                                        <p:cTn id="86" dur="1" fill="hold">
                                          <p:stCondLst>
                                            <p:cond delay="0"/>
                                          </p:stCondLst>
                                        </p:cTn>
                                        <p:tgtEl>
                                          <p:spTgt spid="4">
                                            <p:txEl>
                                              <p:pRg st="4" end="4"/>
                                            </p:txEl>
                                          </p:spTgt>
                                        </p:tgtEl>
                                        <p:attrNameLst>
                                          <p:attrName>style.visibility</p:attrName>
                                        </p:attrNameLst>
                                      </p:cBhvr>
                                      <p:to>
                                        <p:strVal val="visible"/>
                                      </p:to>
                                    </p:set>
                                    <p:animEffect transition="in" filter="fade">
                                      <p:cBhvr>
                                        <p:cTn id="87" dur="1000"/>
                                        <p:tgtEl>
                                          <p:spTgt spid="4">
                                            <p:txEl>
                                              <p:pRg st="4" end="4"/>
                                            </p:txEl>
                                          </p:spTgt>
                                        </p:tgtEl>
                                      </p:cBhvr>
                                    </p:animEffect>
                                    <p:anim calcmode="lin" valueType="num">
                                      <p:cBhvr>
                                        <p:cTn id="8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8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90" presetID="47" presetClass="entr" presetSubtype="0" fill="hold" grpId="0" nodeType="withEffect">
                                  <p:stCondLst>
                                    <p:cond delay="0"/>
                                  </p:stCondLst>
                                  <p:childTnLst>
                                    <p:set>
                                      <p:cBhvr>
                                        <p:cTn id="91" dur="1" fill="hold">
                                          <p:stCondLst>
                                            <p:cond delay="0"/>
                                          </p:stCondLst>
                                        </p:cTn>
                                        <p:tgtEl>
                                          <p:spTgt spid="4">
                                            <p:txEl>
                                              <p:pRg st="5" end="5"/>
                                            </p:txEl>
                                          </p:spTgt>
                                        </p:tgtEl>
                                        <p:attrNameLst>
                                          <p:attrName>style.visibility</p:attrName>
                                        </p:attrNameLst>
                                      </p:cBhvr>
                                      <p:to>
                                        <p:strVal val="visible"/>
                                      </p:to>
                                    </p:set>
                                    <p:animEffect transition="in" filter="fade">
                                      <p:cBhvr>
                                        <p:cTn id="92" dur="1000"/>
                                        <p:tgtEl>
                                          <p:spTgt spid="4">
                                            <p:txEl>
                                              <p:pRg st="5" end="5"/>
                                            </p:txEl>
                                          </p:spTgt>
                                        </p:tgtEl>
                                      </p:cBhvr>
                                    </p:animEffect>
                                    <p:anim calcmode="lin" valueType="num">
                                      <p:cBhvr>
                                        <p:cTn id="9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9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95" presetID="47" presetClass="entr" presetSubtype="0" fill="hold" grpId="0" nodeType="withEffect">
                                  <p:stCondLst>
                                    <p:cond delay="0"/>
                                  </p:stCondLst>
                                  <p:childTnLst>
                                    <p:set>
                                      <p:cBhvr>
                                        <p:cTn id="96" dur="1" fill="hold">
                                          <p:stCondLst>
                                            <p:cond delay="0"/>
                                          </p:stCondLst>
                                        </p:cTn>
                                        <p:tgtEl>
                                          <p:spTgt spid="4">
                                            <p:txEl>
                                              <p:pRg st="6" end="6"/>
                                            </p:txEl>
                                          </p:spTgt>
                                        </p:tgtEl>
                                        <p:attrNameLst>
                                          <p:attrName>style.visibility</p:attrName>
                                        </p:attrNameLst>
                                      </p:cBhvr>
                                      <p:to>
                                        <p:strVal val="visible"/>
                                      </p:to>
                                    </p:set>
                                    <p:animEffect transition="in" filter="fade">
                                      <p:cBhvr>
                                        <p:cTn id="97" dur="1000"/>
                                        <p:tgtEl>
                                          <p:spTgt spid="4">
                                            <p:txEl>
                                              <p:pRg st="6" end="6"/>
                                            </p:txEl>
                                          </p:spTgt>
                                        </p:tgtEl>
                                      </p:cBhvr>
                                    </p:animEffect>
                                    <p:anim calcmode="lin" valueType="num">
                                      <p:cBhvr>
                                        <p:cTn id="9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99"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00" presetID="47" presetClass="entr" presetSubtype="0" fill="hold" grpId="0" nodeType="withEffect">
                                  <p:stCondLst>
                                    <p:cond delay="0"/>
                                  </p:stCondLst>
                                  <p:childTnLst>
                                    <p:set>
                                      <p:cBhvr>
                                        <p:cTn id="101" dur="1" fill="hold">
                                          <p:stCondLst>
                                            <p:cond delay="0"/>
                                          </p:stCondLst>
                                        </p:cTn>
                                        <p:tgtEl>
                                          <p:spTgt spid="4">
                                            <p:txEl>
                                              <p:pRg st="7" end="7"/>
                                            </p:txEl>
                                          </p:spTgt>
                                        </p:tgtEl>
                                        <p:attrNameLst>
                                          <p:attrName>style.visibility</p:attrName>
                                        </p:attrNameLst>
                                      </p:cBhvr>
                                      <p:to>
                                        <p:strVal val="visible"/>
                                      </p:to>
                                    </p:set>
                                    <p:animEffect transition="in" filter="fade">
                                      <p:cBhvr>
                                        <p:cTn id="102" dur="1000"/>
                                        <p:tgtEl>
                                          <p:spTgt spid="4">
                                            <p:txEl>
                                              <p:pRg st="7" end="7"/>
                                            </p:txEl>
                                          </p:spTgt>
                                        </p:tgtEl>
                                      </p:cBhvr>
                                    </p:animEffect>
                                    <p:anim calcmode="lin" valueType="num">
                                      <p:cBhvr>
                                        <p:cTn id="10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04" dur="1000" fill="hold"/>
                                        <p:tgtEl>
                                          <p:spTgt spid="4">
                                            <p:txEl>
                                              <p:pRg st="7" end="7"/>
                                            </p:txEl>
                                          </p:spTgt>
                                        </p:tgtEl>
                                        <p:attrNameLst>
                                          <p:attrName>ppt_y</p:attrName>
                                        </p:attrNameLst>
                                      </p:cBhvr>
                                      <p:tavLst>
                                        <p:tav tm="0">
                                          <p:val>
                                            <p:strVal val="#ppt_y-.1"/>
                                          </p:val>
                                        </p:tav>
                                        <p:tav tm="100000">
                                          <p:val>
                                            <p:strVal val="#ppt_y"/>
                                          </p:val>
                                        </p:tav>
                                      </p:tavLst>
                                    </p:anim>
                                  </p:childTnLst>
                                </p:cTn>
                              </p:par>
                              <p:par>
                                <p:cTn id="105" presetID="47" presetClass="entr" presetSubtype="0" fill="hold" grpId="0" nodeType="withEffect">
                                  <p:stCondLst>
                                    <p:cond delay="0"/>
                                  </p:stCondLst>
                                  <p:childTnLst>
                                    <p:set>
                                      <p:cBhvr>
                                        <p:cTn id="106" dur="1" fill="hold">
                                          <p:stCondLst>
                                            <p:cond delay="0"/>
                                          </p:stCondLst>
                                        </p:cTn>
                                        <p:tgtEl>
                                          <p:spTgt spid="4">
                                            <p:txEl>
                                              <p:pRg st="8" end="8"/>
                                            </p:txEl>
                                          </p:spTgt>
                                        </p:tgtEl>
                                        <p:attrNameLst>
                                          <p:attrName>style.visibility</p:attrName>
                                        </p:attrNameLst>
                                      </p:cBhvr>
                                      <p:to>
                                        <p:strVal val="visible"/>
                                      </p:to>
                                    </p:set>
                                    <p:animEffect transition="in" filter="fade">
                                      <p:cBhvr>
                                        <p:cTn id="107" dur="1000"/>
                                        <p:tgtEl>
                                          <p:spTgt spid="4">
                                            <p:txEl>
                                              <p:pRg st="8" end="8"/>
                                            </p:txEl>
                                          </p:spTgt>
                                        </p:tgtEl>
                                      </p:cBhvr>
                                    </p:animEffect>
                                    <p:anim calcmode="lin" valueType="num">
                                      <p:cBhvr>
                                        <p:cTn id="10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09" dur="1000" fill="hold"/>
                                        <p:tgtEl>
                                          <p:spTgt spid="4">
                                            <p:txEl>
                                              <p:pRg st="8" end="8"/>
                                            </p:txEl>
                                          </p:spTgt>
                                        </p:tgtEl>
                                        <p:attrNameLst>
                                          <p:attrName>ppt_y</p:attrName>
                                        </p:attrNameLst>
                                      </p:cBhvr>
                                      <p:tavLst>
                                        <p:tav tm="0">
                                          <p:val>
                                            <p:strVal val="#ppt_y-.1"/>
                                          </p:val>
                                        </p:tav>
                                        <p:tav tm="100000">
                                          <p:val>
                                            <p:strVal val="#ppt_y"/>
                                          </p:val>
                                        </p:tav>
                                      </p:tavLst>
                                    </p:anim>
                                  </p:childTnLst>
                                </p:cTn>
                              </p:par>
                              <p:par>
                                <p:cTn id="110" presetID="47" presetClass="entr" presetSubtype="0" fill="hold" grpId="0" nodeType="withEffect">
                                  <p:stCondLst>
                                    <p:cond delay="0"/>
                                  </p:stCondLst>
                                  <p:childTnLst>
                                    <p:set>
                                      <p:cBhvr>
                                        <p:cTn id="111" dur="1" fill="hold">
                                          <p:stCondLst>
                                            <p:cond delay="0"/>
                                          </p:stCondLst>
                                        </p:cTn>
                                        <p:tgtEl>
                                          <p:spTgt spid="4">
                                            <p:txEl>
                                              <p:pRg st="9" end="9"/>
                                            </p:txEl>
                                          </p:spTgt>
                                        </p:tgtEl>
                                        <p:attrNameLst>
                                          <p:attrName>style.visibility</p:attrName>
                                        </p:attrNameLst>
                                      </p:cBhvr>
                                      <p:to>
                                        <p:strVal val="visible"/>
                                      </p:to>
                                    </p:set>
                                    <p:animEffect transition="in" filter="fade">
                                      <p:cBhvr>
                                        <p:cTn id="112" dur="1000"/>
                                        <p:tgtEl>
                                          <p:spTgt spid="4">
                                            <p:txEl>
                                              <p:pRg st="9" end="9"/>
                                            </p:txEl>
                                          </p:spTgt>
                                        </p:tgtEl>
                                      </p:cBhvr>
                                    </p:animEffect>
                                    <p:anim calcmode="lin" valueType="num">
                                      <p:cBhvr>
                                        <p:cTn id="113"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14"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218883" y="836712"/>
            <a:ext cx="3651393" cy="661888"/>
          </a:xfrm>
        </p:spPr>
        <p:txBody>
          <a:bodyPr rtlCol="0"/>
          <a:lstStyle/>
          <a:p>
            <a:r>
              <a:rPr lang="en-US" b="1" dirty="0"/>
              <a:t> Introduction </a:t>
            </a:r>
            <a:endParaRPr lang="fr-FR" dirty="0"/>
          </a:p>
        </p:txBody>
      </p:sp>
      <p:sp>
        <p:nvSpPr>
          <p:cNvPr id="2" name="Espace réservé du contenu 1">
            <a:extLst>
              <a:ext uri="{FF2B5EF4-FFF2-40B4-BE49-F238E27FC236}">
                <a16:creationId xmlns:a16="http://schemas.microsoft.com/office/drawing/2014/main" id="{B7A3DAB9-27DA-5206-C666-CB47D9F25250}"/>
              </a:ext>
            </a:extLst>
          </p:cNvPr>
          <p:cNvSpPr>
            <a:spLocks noGrp="1" noChangeArrowheads="1"/>
          </p:cNvSpPr>
          <p:nvPr>
            <p:ph sz="half" idx="2"/>
          </p:nvPr>
        </p:nvSpPr>
        <p:spPr bwMode="auto">
          <a:xfrm>
            <a:off x="1074867" y="1465077"/>
            <a:ext cx="6480720" cy="3344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This report explores how everyday student habits influence academic performance. We analyzed data from 1,000 students to understand the real impact of sleep, study time, screen usage, diet, exercise, attendance, mental health, and other daily choices on their final exam scores.</a:t>
            </a:r>
          </a:p>
          <a:p>
            <a:r>
              <a:rPr lang="en-US" sz="2000" dirty="0"/>
              <a:t>The analysis follows a complete pipeline: • Data preparation and feature engineering • Exploratory data analysis • Statistical testing • Linear regression modeling • K-means clustering • Practical recommendations for students and institutions</a:t>
            </a:r>
            <a:endParaRPr lang="en-US" sz="2000" dirty="0">
              <a:effectLst/>
            </a:endParaRPr>
          </a:p>
        </p:txBody>
      </p:sp>
    </p:spTree>
    <p:extLst>
      <p:ext uri="{BB962C8B-B14F-4D97-AF65-F5344CB8AC3E}">
        <p14:creationId xmlns:p14="http://schemas.microsoft.com/office/powerpoint/2010/main" val="26720391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fade">
                                      <p:cBhvr>
                                        <p:cTn id="11" dur="1000"/>
                                        <p:tgtEl>
                                          <p:spTgt spid="2">
                                            <p:txEl>
                                              <p:pRg st="0" end="0"/>
                                            </p:txEl>
                                          </p:spTgt>
                                        </p:tgtEl>
                                      </p:cBhvr>
                                    </p:animEffect>
                                    <p:anim calcmode="lin" valueType="num">
                                      <p:cBhvr>
                                        <p:cTn id="1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Effect transition="in" filter="fade">
                                      <p:cBhvr>
                                        <p:cTn id="16" dur="1000"/>
                                        <p:tgtEl>
                                          <p:spTgt spid="2">
                                            <p:txEl>
                                              <p:pRg st="1" end="1"/>
                                            </p:txEl>
                                          </p:spTgt>
                                        </p:tgtEl>
                                      </p:cBhvr>
                                    </p:animEffect>
                                    <p:anim calcmode="lin" valueType="num">
                                      <p:cBhvr>
                                        <p:cTn id="17"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A9A62-2326-25C7-07EC-BAAA6375D09E}"/>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A9AD47F7-BB07-6D0F-E1A1-0723B3D6E3CE}"/>
              </a:ext>
            </a:extLst>
          </p:cNvPr>
          <p:cNvSpPr>
            <a:spLocks noGrp="1"/>
          </p:cNvSpPr>
          <p:nvPr>
            <p:ph type="title"/>
          </p:nvPr>
        </p:nvSpPr>
        <p:spPr>
          <a:xfrm>
            <a:off x="1218883" y="836712"/>
            <a:ext cx="6336704" cy="504056"/>
          </a:xfrm>
        </p:spPr>
        <p:txBody>
          <a:bodyPr rtlCol="0">
            <a:normAutofit fontScale="90000"/>
          </a:bodyPr>
          <a:lstStyle/>
          <a:p>
            <a:r>
              <a:rPr lang="en-US" b="1" dirty="0"/>
              <a:t> </a:t>
            </a:r>
            <a:r>
              <a:rPr lang="fr-CI" dirty="0"/>
              <a:t>2. Data </a:t>
            </a:r>
            <a:r>
              <a:rPr lang="fr-CI" dirty="0" err="1"/>
              <a:t>Overview</a:t>
            </a:r>
            <a:r>
              <a:rPr lang="fr-CI" dirty="0"/>
              <a:t> &amp; </a:t>
            </a:r>
            <a:r>
              <a:rPr lang="fr-CI" dirty="0" err="1"/>
              <a:t>Preparation</a:t>
            </a:r>
            <a:br>
              <a:rPr lang="fr-CI" dirty="0"/>
            </a:br>
            <a:r>
              <a:rPr lang="en-US" b="1" dirty="0"/>
              <a:t> </a:t>
            </a:r>
            <a:endParaRPr lang="fr-FR" dirty="0"/>
          </a:p>
        </p:txBody>
      </p:sp>
      <p:sp>
        <p:nvSpPr>
          <p:cNvPr id="2" name="Espace réservé du contenu 1">
            <a:extLst>
              <a:ext uri="{FF2B5EF4-FFF2-40B4-BE49-F238E27FC236}">
                <a16:creationId xmlns:a16="http://schemas.microsoft.com/office/drawing/2014/main" id="{ACA4FB7C-39BA-D122-8A7D-A4BD8DAA95DB}"/>
              </a:ext>
            </a:extLst>
          </p:cNvPr>
          <p:cNvSpPr>
            <a:spLocks noGrp="1" noChangeArrowheads="1"/>
          </p:cNvSpPr>
          <p:nvPr>
            <p:ph sz="half" idx="2"/>
          </p:nvPr>
        </p:nvSpPr>
        <p:spPr bwMode="auto">
          <a:xfrm>
            <a:off x="1218883" y="1772816"/>
            <a:ext cx="9145015" cy="2790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The dataset contains detailed information about 1,000 students across 16 different variables, including age, gender, daily study hours, social media and Netflix time, part-time job status, attendance percentage, sleep hours, diet quality, exercise frequency, parental education level, internet quality, mental health rating, extracurricular participation, and final exam score.</a:t>
            </a:r>
          </a:p>
          <a:p>
            <a:r>
              <a:rPr lang="en-US" sz="2000" dirty="0"/>
              <a:t>We found only one issue: 91 missing values in the parental education column (9.1 %). These were handled so the final dataset has zero missing values and no duplicate rows. We dropped the student ID column because it was not useful for analysis.</a:t>
            </a:r>
          </a:p>
        </p:txBody>
      </p:sp>
    </p:spTree>
    <p:extLst>
      <p:ext uri="{BB962C8B-B14F-4D97-AF65-F5344CB8AC3E}">
        <p14:creationId xmlns:p14="http://schemas.microsoft.com/office/powerpoint/2010/main" val="423417779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1000"/>
                                        <p:tgtEl>
                                          <p:spTgt spid="2">
                                            <p:txEl>
                                              <p:pRg st="0" end="0"/>
                                            </p:txEl>
                                          </p:spTgt>
                                        </p:tgtEl>
                                      </p:cBhvr>
                                    </p:animEffect>
                                    <p:anim calcmode="lin" valueType="num">
                                      <p:cBhvr>
                                        <p:cTn id="13"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1000"/>
                                        <p:tgtEl>
                                          <p:spTgt spid="2">
                                            <p:txEl>
                                              <p:pRg st="1" end="1"/>
                                            </p:txEl>
                                          </p:spTgt>
                                        </p:tgtEl>
                                      </p:cBhvr>
                                    </p:animEffect>
                                    <p:anim calcmode="lin" valueType="num">
                                      <p:cBhvr>
                                        <p:cTn id="1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1208D-4F08-6E05-BD13-D8519E917478}"/>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378AC11-8F6E-0736-8312-0071345336BD}"/>
              </a:ext>
            </a:extLst>
          </p:cNvPr>
          <p:cNvSpPr>
            <a:spLocks noGrp="1" noChangeArrowheads="1"/>
          </p:cNvSpPr>
          <p:nvPr>
            <p:ph sz="half" idx="2"/>
          </p:nvPr>
        </p:nvSpPr>
        <p:spPr bwMode="auto">
          <a:xfrm>
            <a:off x="909836" y="620688"/>
            <a:ext cx="4803521" cy="4700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t>Feature Engineering Highlights</a:t>
            </a:r>
            <a:r>
              <a:rPr lang="en-US" sz="2000" dirty="0"/>
              <a:t> We created several powerful new variables, such as:</a:t>
            </a:r>
          </a:p>
          <a:p>
            <a:r>
              <a:rPr lang="en-US" sz="2000" dirty="0"/>
              <a:t>Total distraction hours (social media + Netflix)</a:t>
            </a:r>
          </a:p>
          <a:p>
            <a:r>
              <a:rPr lang="en-US" sz="2000" dirty="0"/>
              <a:t>Study efficiency (study hours divided by sleep hours)</a:t>
            </a:r>
          </a:p>
          <a:p>
            <a:r>
              <a:rPr lang="en-US" sz="2000" dirty="0"/>
              <a:t>Productive hours (study hours multiplied by attendance)</a:t>
            </a:r>
          </a:p>
          <a:p>
            <a:r>
              <a:rPr lang="en-US" sz="2000" dirty="0"/>
              <a:t>Wellness score (combined diet, exercise, and sleep)</a:t>
            </a:r>
          </a:p>
          <a:p>
            <a:r>
              <a:rPr lang="en-US" sz="2000" dirty="0"/>
              <a:t>These new features help us see the combined effect of habits more clearly.</a:t>
            </a:r>
          </a:p>
        </p:txBody>
      </p:sp>
      <p:pic>
        <p:nvPicPr>
          <p:cNvPr id="6" name="Image 5">
            <a:extLst>
              <a:ext uri="{FF2B5EF4-FFF2-40B4-BE49-F238E27FC236}">
                <a16:creationId xmlns:a16="http://schemas.microsoft.com/office/drawing/2014/main" id="{C4F4ECFB-BFFE-3B16-4C32-F503440EAA3C}"/>
              </a:ext>
            </a:extLst>
          </p:cNvPr>
          <p:cNvPicPr>
            <a:picLocks noChangeAspect="1"/>
          </p:cNvPicPr>
          <p:nvPr/>
        </p:nvPicPr>
        <p:blipFill>
          <a:blip r:embed="rId3"/>
          <a:stretch>
            <a:fillRect/>
          </a:stretch>
        </p:blipFill>
        <p:spPr>
          <a:xfrm>
            <a:off x="7450568" y="2780928"/>
            <a:ext cx="4535428" cy="3240359"/>
          </a:xfrm>
          <a:prstGeom prst="rect">
            <a:avLst/>
          </a:prstGeom>
        </p:spPr>
      </p:pic>
      <p:pic>
        <p:nvPicPr>
          <p:cNvPr id="9" name="Image 8">
            <a:extLst>
              <a:ext uri="{FF2B5EF4-FFF2-40B4-BE49-F238E27FC236}">
                <a16:creationId xmlns:a16="http://schemas.microsoft.com/office/drawing/2014/main" id="{793109BD-E393-0E15-95C1-7E56644AC661}"/>
              </a:ext>
            </a:extLst>
          </p:cNvPr>
          <p:cNvPicPr>
            <a:picLocks noChangeAspect="1"/>
          </p:cNvPicPr>
          <p:nvPr/>
        </p:nvPicPr>
        <p:blipFill>
          <a:blip r:embed="rId4"/>
          <a:stretch>
            <a:fillRect/>
          </a:stretch>
        </p:blipFill>
        <p:spPr>
          <a:xfrm>
            <a:off x="5518348" y="466400"/>
            <a:ext cx="6475469" cy="2141369"/>
          </a:xfrm>
          <a:prstGeom prst="rect">
            <a:avLst/>
          </a:prstGeom>
        </p:spPr>
      </p:pic>
    </p:spTree>
    <p:extLst>
      <p:ext uri="{BB962C8B-B14F-4D97-AF65-F5344CB8AC3E}">
        <p14:creationId xmlns:p14="http://schemas.microsoft.com/office/powerpoint/2010/main" val="777035346"/>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up)">
                                      <p:cBhvr>
                                        <p:cTn id="19" dur="500"/>
                                        <p:tgtEl>
                                          <p:spTgt spid="2">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up)">
                                      <p:cBhvr>
                                        <p:cTn id="27" dur="500"/>
                                        <p:tgtEl>
                                          <p:spTgt spid="2">
                                            <p:txEl>
                                              <p:pRg st="5" end="5"/>
                                            </p:txEl>
                                          </p:spTgt>
                                        </p:tgtEl>
                                      </p:cBhvr>
                                    </p:animEffect>
                                  </p:childTnLst>
                                </p:cTn>
                              </p:par>
                              <p:par>
                                <p:cTn id="28" presetID="47"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anim calcmode="lin" valueType="num">
                                      <p:cBhvr>
                                        <p:cTn id="31" dur="1000" fill="hold"/>
                                        <p:tgtEl>
                                          <p:spTgt spid="9"/>
                                        </p:tgtEl>
                                        <p:attrNameLst>
                                          <p:attrName>ppt_x</p:attrName>
                                        </p:attrNameLst>
                                      </p:cBhvr>
                                      <p:tavLst>
                                        <p:tav tm="0">
                                          <p:val>
                                            <p:strVal val="#ppt_x"/>
                                          </p:val>
                                        </p:tav>
                                        <p:tav tm="100000">
                                          <p:val>
                                            <p:strVal val="#ppt_x"/>
                                          </p:val>
                                        </p:tav>
                                      </p:tavLst>
                                    </p:anim>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218883" y="274637"/>
            <a:ext cx="7323801" cy="1066131"/>
          </a:xfrm>
        </p:spPr>
        <p:txBody>
          <a:bodyPr rtlCol="0">
            <a:normAutofit fontScale="90000"/>
          </a:bodyPr>
          <a:lstStyle/>
          <a:p>
            <a:pPr>
              <a:lnSpc>
                <a:spcPct val="100000"/>
              </a:lnSpc>
            </a:pPr>
            <a:r>
              <a:rPr lang="en-US" dirty="0">
                <a:latin typeface="universalSans"/>
              </a:rPr>
              <a:t>3. Exploratory Data Analysis Key Variable Overview</a:t>
            </a:r>
          </a:p>
        </p:txBody>
      </p:sp>
      <p:sp>
        <p:nvSpPr>
          <p:cNvPr id="4" name="ZoneTexte 3">
            <a:extLst>
              <a:ext uri="{FF2B5EF4-FFF2-40B4-BE49-F238E27FC236}">
                <a16:creationId xmlns:a16="http://schemas.microsoft.com/office/drawing/2014/main" id="{3516D4C0-BA28-D3EF-DAA7-9B199E164B7A}"/>
              </a:ext>
            </a:extLst>
          </p:cNvPr>
          <p:cNvSpPr txBox="1"/>
          <p:nvPr/>
        </p:nvSpPr>
        <p:spPr>
          <a:xfrm>
            <a:off x="1053852" y="1556792"/>
            <a:ext cx="5832648" cy="4893647"/>
          </a:xfrm>
          <a:prstGeom prst="rect">
            <a:avLst/>
          </a:prstGeom>
          <a:noFill/>
        </p:spPr>
        <p:txBody>
          <a:bodyPr wrap="square">
            <a:spAutoFit/>
          </a:bodyPr>
          <a:lstStyle/>
          <a:p>
            <a:r>
              <a:rPr lang="en-US" dirty="0">
                <a:latin typeface="universalSans"/>
              </a:rPr>
              <a:t>Students in the dataset show a wide range of habits and results. On average, students: </a:t>
            </a:r>
          </a:p>
          <a:p>
            <a:r>
              <a:rPr lang="en-US" dirty="0">
                <a:latin typeface="universalSans"/>
              </a:rPr>
              <a:t>• Scored 69.6 out of 100 on their exam </a:t>
            </a:r>
          </a:p>
          <a:p>
            <a:r>
              <a:rPr lang="en-US" dirty="0">
                <a:latin typeface="universalSans"/>
              </a:rPr>
              <a:t>• Studied 3.55 hours per day </a:t>
            </a:r>
          </a:p>
          <a:p>
            <a:r>
              <a:rPr lang="en-US" dirty="0">
                <a:latin typeface="universalSans"/>
              </a:rPr>
              <a:t>• Slept 6.47 hours per night (below the recommended 8 hours) </a:t>
            </a:r>
          </a:p>
          <a:p>
            <a:r>
              <a:rPr lang="en-US" dirty="0">
                <a:latin typeface="universalSans"/>
              </a:rPr>
              <a:t>• Spent 2.51 hours on social media and 1.82 hours on Netflix daily </a:t>
            </a:r>
          </a:p>
          <a:p>
            <a:r>
              <a:rPr lang="en-US" dirty="0">
                <a:latin typeface="universalSans"/>
              </a:rPr>
              <a:t>• Attended 84.1 % of classes </a:t>
            </a:r>
          </a:p>
          <a:p>
            <a:r>
              <a:rPr lang="en-US" dirty="0">
                <a:latin typeface="universalSans"/>
              </a:rPr>
              <a:t>• Rated their mental health 5.44 out of 10</a:t>
            </a:r>
          </a:p>
          <a:p>
            <a:r>
              <a:rPr lang="en-US" dirty="0">
                <a:latin typeface="universalSans"/>
              </a:rPr>
              <a:t>These numbers reveal that many students are balancing heavy screen time and relatively short sleep with their studies.</a:t>
            </a:r>
          </a:p>
        </p:txBody>
      </p:sp>
      <p:pic>
        <p:nvPicPr>
          <p:cNvPr id="8" name="Image 7">
            <a:extLst>
              <a:ext uri="{FF2B5EF4-FFF2-40B4-BE49-F238E27FC236}">
                <a16:creationId xmlns:a16="http://schemas.microsoft.com/office/drawing/2014/main" id="{0DCA1D7F-DCBE-8FE9-2D4D-6E27724B9F38}"/>
              </a:ext>
            </a:extLst>
          </p:cNvPr>
          <p:cNvPicPr>
            <a:picLocks noChangeAspect="1"/>
          </p:cNvPicPr>
          <p:nvPr/>
        </p:nvPicPr>
        <p:blipFill>
          <a:blip r:embed="rId3"/>
          <a:stretch>
            <a:fillRect/>
          </a:stretch>
        </p:blipFill>
        <p:spPr>
          <a:xfrm>
            <a:off x="6742484" y="930736"/>
            <a:ext cx="5270585" cy="2498264"/>
          </a:xfrm>
          <a:prstGeom prst="rect">
            <a:avLst/>
          </a:prstGeom>
        </p:spPr>
      </p:pic>
      <p:pic>
        <p:nvPicPr>
          <p:cNvPr id="2" name="Image 1">
            <a:extLst>
              <a:ext uri="{FF2B5EF4-FFF2-40B4-BE49-F238E27FC236}">
                <a16:creationId xmlns:a16="http://schemas.microsoft.com/office/drawing/2014/main" id="{C79F595A-C8E1-4660-5120-1E28E522CDA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833877" y="3444699"/>
            <a:ext cx="3179192" cy="1803819"/>
          </a:xfrm>
          <a:prstGeom prst="rect">
            <a:avLst/>
          </a:prstGeom>
          <a:noFill/>
          <a:ln>
            <a:noFill/>
          </a:ln>
        </p:spPr>
      </p:pic>
    </p:spTree>
    <p:extLst>
      <p:ext uri="{BB962C8B-B14F-4D97-AF65-F5344CB8AC3E}">
        <p14:creationId xmlns:p14="http://schemas.microsoft.com/office/powerpoint/2010/main" val="39771080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1+#ppt_w/2"/>
                                          </p:val>
                                        </p:tav>
                                        <p:tav tm="100000">
                                          <p:val>
                                            <p:strVal val="#ppt_x"/>
                                          </p:val>
                                        </p:tav>
                                      </p:tavLst>
                                    </p:anim>
                                    <p:anim calcmode="lin" valueType="num">
                                      <p:cBhvr additive="base">
                                        <p:cTn id="17"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E362FDC-0178-355C-E4B0-7C690852252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5940" y="251749"/>
            <a:ext cx="7416824" cy="5896519"/>
          </a:xfrm>
          <a:prstGeom prst="rect">
            <a:avLst/>
          </a:prstGeom>
          <a:noFill/>
          <a:ln>
            <a:noFill/>
          </a:ln>
        </p:spPr>
      </p:pic>
    </p:spTree>
    <p:extLst>
      <p:ext uri="{BB962C8B-B14F-4D97-AF65-F5344CB8AC3E}">
        <p14:creationId xmlns:p14="http://schemas.microsoft.com/office/powerpoint/2010/main" val="2162897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FC051-916A-4FBB-7F03-C1461E9BCB87}"/>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B93BFD92-1E73-54D7-DF3F-406C9A448DC8}"/>
              </a:ext>
            </a:extLst>
          </p:cNvPr>
          <p:cNvSpPr>
            <a:spLocks noGrp="1"/>
          </p:cNvSpPr>
          <p:nvPr>
            <p:ph type="title"/>
          </p:nvPr>
        </p:nvSpPr>
        <p:spPr>
          <a:xfrm>
            <a:off x="1218883" y="836712"/>
            <a:ext cx="6336704" cy="504056"/>
          </a:xfrm>
        </p:spPr>
        <p:txBody>
          <a:bodyPr rtlCol="0">
            <a:normAutofit fontScale="90000"/>
          </a:bodyPr>
          <a:lstStyle/>
          <a:p>
            <a:r>
              <a:rPr lang="en-US" dirty="0"/>
              <a:t>3.2 Correlation Analysis What Really Drives Exam Scores?</a:t>
            </a:r>
            <a:endParaRPr lang="en-US" dirty="0">
              <a:effectLst/>
            </a:endParaRPr>
          </a:p>
        </p:txBody>
      </p:sp>
      <p:sp>
        <p:nvSpPr>
          <p:cNvPr id="2" name="Espace réservé du contenu 1">
            <a:extLst>
              <a:ext uri="{FF2B5EF4-FFF2-40B4-BE49-F238E27FC236}">
                <a16:creationId xmlns:a16="http://schemas.microsoft.com/office/drawing/2014/main" id="{CCF527ED-5C81-E8BE-0CF4-F0BD853677D3}"/>
              </a:ext>
            </a:extLst>
          </p:cNvPr>
          <p:cNvSpPr>
            <a:spLocks noGrp="1" noChangeArrowheads="1"/>
          </p:cNvSpPr>
          <p:nvPr>
            <p:ph sz="half" idx="2"/>
          </p:nvPr>
        </p:nvSpPr>
        <p:spPr bwMode="auto">
          <a:xfrm>
            <a:off x="909836" y="1484784"/>
            <a:ext cx="4875529" cy="4657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The strongest relationship we found is between daily study hours and exam performance – they are very strongly connected. Mental health rating also shows a clear positive link with better scores. Exercise frequency and sleep hours have milder positive connections.</a:t>
            </a:r>
          </a:p>
          <a:p>
            <a:r>
              <a:rPr lang="en-US" sz="2000" dirty="0"/>
              <a:t>On the other hand, more time spent on social media and Netflix is clearly linked to lower exam scores.</a:t>
            </a:r>
          </a:p>
          <a:p>
            <a:r>
              <a:rPr lang="en-US" sz="2000" dirty="0"/>
              <a:t>This is why we created combined features such as study efficiency, productive hours, total distraction hours, and wellness score – they turn these individual habits into even stronger predictors of success.</a:t>
            </a:r>
            <a:endParaRPr lang="en-US" sz="2000" dirty="0">
              <a:effectLst/>
            </a:endParaRPr>
          </a:p>
        </p:txBody>
      </p:sp>
      <p:pic>
        <p:nvPicPr>
          <p:cNvPr id="4" name="Image 3">
            <a:extLst>
              <a:ext uri="{FF2B5EF4-FFF2-40B4-BE49-F238E27FC236}">
                <a16:creationId xmlns:a16="http://schemas.microsoft.com/office/drawing/2014/main" id="{22DDEA01-2164-3179-907D-A44AF1A1C8EE}"/>
              </a:ext>
            </a:extLst>
          </p:cNvPr>
          <p:cNvPicPr>
            <a:picLocks noChangeAspect="1"/>
          </p:cNvPicPr>
          <p:nvPr/>
        </p:nvPicPr>
        <p:blipFill>
          <a:blip r:embed="rId3"/>
          <a:stretch>
            <a:fillRect/>
          </a:stretch>
        </p:blipFill>
        <p:spPr>
          <a:xfrm>
            <a:off x="5785365" y="980728"/>
            <a:ext cx="5658640" cy="2143424"/>
          </a:xfrm>
          <a:prstGeom prst="rect">
            <a:avLst/>
          </a:prstGeom>
        </p:spPr>
      </p:pic>
      <p:pic>
        <p:nvPicPr>
          <p:cNvPr id="5" name="Image 4">
            <a:extLst>
              <a:ext uri="{FF2B5EF4-FFF2-40B4-BE49-F238E27FC236}">
                <a16:creationId xmlns:a16="http://schemas.microsoft.com/office/drawing/2014/main" id="{DB9946B9-67D2-C9B1-1637-06D3B35BD719}"/>
              </a:ext>
            </a:extLst>
          </p:cNvPr>
          <p:cNvPicPr>
            <a:picLocks noChangeAspect="1"/>
          </p:cNvPicPr>
          <p:nvPr/>
        </p:nvPicPr>
        <p:blipFill>
          <a:blip r:embed="rId4"/>
          <a:stretch>
            <a:fillRect/>
          </a:stretch>
        </p:blipFill>
        <p:spPr>
          <a:xfrm>
            <a:off x="6492272" y="3356992"/>
            <a:ext cx="4951733" cy="2906604"/>
          </a:xfrm>
          <a:prstGeom prst="rect">
            <a:avLst/>
          </a:prstGeom>
        </p:spPr>
      </p:pic>
    </p:spTree>
    <p:extLst>
      <p:ext uri="{BB962C8B-B14F-4D97-AF65-F5344CB8AC3E}">
        <p14:creationId xmlns:p14="http://schemas.microsoft.com/office/powerpoint/2010/main" val="415847777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additive="base">
                                        <p:cTn id="15"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AFF7D-BCC8-76F4-3B12-5395F7638D4E}"/>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F44E8D33-CB2E-9998-0911-DF6C29556E74}"/>
              </a:ext>
            </a:extLst>
          </p:cNvPr>
          <p:cNvSpPr>
            <a:spLocks noGrp="1"/>
          </p:cNvSpPr>
          <p:nvPr>
            <p:ph type="title"/>
          </p:nvPr>
        </p:nvSpPr>
        <p:spPr>
          <a:xfrm>
            <a:off x="1218883" y="836712"/>
            <a:ext cx="6336704" cy="504056"/>
          </a:xfrm>
        </p:spPr>
        <p:txBody>
          <a:bodyPr rtlCol="0">
            <a:normAutofit fontScale="90000"/>
          </a:bodyPr>
          <a:lstStyle/>
          <a:p>
            <a:r>
              <a:rPr lang="en-US" dirty="0"/>
              <a:t>4. Statistical Analysis Main Insights from the Data</a:t>
            </a:r>
            <a:endParaRPr lang="en-US" dirty="0">
              <a:effectLst/>
            </a:endParaRPr>
          </a:p>
        </p:txBody>
      </p:sp>
      <p:sp>
        <p:nvSpPr>
          <p:cNvPr id="2" name="Espace réservé du contenu 1">
            <a:extLst>
              <a:ext uri="{FF2B5EF4-FFF2-40B4-BE49-F238E27FC236}">
                <a16:creationId xmlns:a16="http://schemas.microsoft.com/office/drawing/2014/main" id="{BF623271-E01C-4F0B-4BBC-F5B72E174570}"/>
              </a:ext>
            </a:extLst>
          </p:cNvPr>
          <p:cNvSpPr>
            <a:spLocks noGrp="1" noChangeArrowheads="1"/>
          </p:cNvSpPr>
          <p:nvPr>
            <p:ph sz="half" idx="2"/>
          </p:nvPr>
        </p:nvSpPr>
        <p:spPr bwMode="auto">
          <a:xfrm>
            <a:off x="926058" y="1369149"/>
            <a:ext cx="4875529" cy="3898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Study time stands out as the single most powerful factor influencing exam performance. Mental health and overall wellness also play important independent roles in helping students succeed. Screen-based distractions (social media and Netflix) have a noticeable negative effect on results.</a:t>
            </a:r>
          </a:p>
          <a:p>
            <a:r>
              <a:rPr lang="en-US" sz="2000" dirty="0"/>
              <a:t>Overall, the 1,000 students achieved an average exam score of 69.6, with scores ranging from 18.4 to a perfect 100. The typical spread shows most students scored between roughly 58 and 81.</a:t>
            </a:r>
            <a:endParaRPr lang="en-US" sz="2000" dirty="0">
              <a:effectLst/>
            </a:endParaRPr>
          </a:p>
        </p:txBody>
      </p:sp>
      <p:pic>
        <p:nvPicPr>
          <p:cNvPr id="5" name="Image 4">
            <a:extLst>
              <a:ext uri="{FF2B5EF4-FFF2-40B4-BE49-F238E27FC236}">
                <a16:creationId xmlns:a16="http://schemas.microsoft.com/office/drawing/2014/main" id="{22C9E552-5EDB-C746-7785-D0237E6BE9B5}"/>
              </a:ext>
            </a:extLst>
          </p:cNvPr>
          <p:cNvPicPr>
            <a:picLocks noChangeAspect="1"/>
          </p:cNvPicPr>
          <p:nvPr/>
        </p:nvPicPr>
        <p:blipFill>
          <a:blip r:embed="rId3"/>
          <a:stretch>
            <a:fillRect/>
          </a:stretch>
        </p:blipFill>
        <p:spPr>
          <a:xfrm>
            <a:off x="5786580" y="2637124"/>
            <a:ext cx="5649113" cy="2353003"/>
          </a:xfrm>
          <a:prstGeom prst="rect">
            <a:avLst/>
          </a:prstGeom>
        </p:spPr>
      </p:pic>
    </p:spTree>
    <p:extLst>
      <p:ext uri="{BB962C8B-B14F-4D97-AF65-F5344CB8AC3E}">
        <p14:creationId xmlns:p14="http://schemas.microsoft.com/office/powerpoint/2010/main" val="186423371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out)">
                                      <p:cBhvr>
                                        <p:cTn id="7" dur="2000"/>
                                        <p:tgtEl>
                                          <p:spTgt spid="7"/>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anim calcmode="lin" valueType="num">
                                      <p:cBhvr>
                                        <p:cTn id="11"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fade">
                                      <p:cBhvr>
                                        <p:cTn id="15" dur="1000"/>
                                        <p:tgtEl>
                                          <p:spTgt spid="2">
                                            <p:txEl>
                                              <p:pRg st="1" end="1"/>
                                            </p:txEl>
                                          </p:spTgt>
                                        </p:tgtEl>
                                      </p:cBhvr>
                                    </p:animEffect>
                                    <p:anim calcmode="lin" valueType="num">
                                      <p:cBhvr>
                                        <p:cTn id="16"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7F847-70C6-5022-BF8C-58A296EF3902}"/>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FA162339-0C52-2390-6996-646FFB84153F}"/>
              </a:ext>
            </a:extLst>
          </p:cNvPr>
          <p:cNvSpPr>
            <a:spLocks noGrp="1"/>
          </p:cNvSpPr>
          <p:nvPr>
            <p:ph type="title"/>
          </p:nvPr>
        </p:nvSpPr>
        <p:spPr>
          <a:xfrm>
            <a:off x="1218883" y="836712"/>
            <a:ext cx="8115889" cy="936104"/>
          </a:xfrm>
        </p:spPr>
        <p:txBody>
          <a:bodyPr rtlCol="0">
            <a:normAutofit fontScale="90000"/>
          </a:bodyPr>
          <a:lstStyle/>
          <a:p>
            <a:r>
              <a:rPr lang="en-US" b="1" dirty="0"/>
              <a:t> </a:t>
            </a:r>
            <a:r>
              <a:rPr lang="en-US" dirty="0"/>
              <a:t>5. Predictive Modeling Linear Regression Results</a:t>
            </a:r>
            <a:br>
              <a:rPr lang="en-US" dirty="0"/>
            </a:br>
            <a:r>
              <a:rPr lang="en-US" b="1" dirty="0"/>
              <a:t> </a:t>
            </a:r>
            <a:endParaRPr lang="fr-FR" dirty="0"/>
          </a:p>
        </p:txBody>
      </p:sp>
      <p:sp>
        <p:nvSpPr>
          <p:cNvPr id="2" name="Espace réservé du contenu 1">
            <a:extLst>
              <a:ext uri="{FF2B5EF4-FFF2-40B4-BE49-F238E27FC236}">
                <a16:creationId xmlns:a16="http://schemas.microsoft.com/office/drawing/2014/main" id="{3D452790-042A-20EC-111E-699890925C7F}"/>
              </a:ext>
            </a:extLst>
          </p:cNvPr>
          <p:cNvSpPr>
            <a:spLocks noGrp="1" noChangeArrowheads="1"/>
          </p:cNvSpPr>
          <p:nvPr>
            <p:ph sz="half" idx="2"/>
          </p:nvPr>
        </p:nvSpPr>
        <p:spPr bwMode="auto">
          <a:xfrm>
            <a:off x="1053852" y="1515655"/>
            <a:ext cx="6480720" cy="3826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We built a linear regression model using the engineered features (study efficiency, productive hours, wellness score, mental health, attendance group, sleep quality, total distraction hours, and more).</a:t>
            </a:r>
          </a:p>
          <a:p>
            <a:r>
              <a:rPr lang="en-US" sz="2000" dirty="0"/>
              <a:t>The model performed very well: • It explains 84 % of the differences in exam scores (R² = 0.8402) • On average, predictions are only about 6 points off the actual score (RMSE = 6)</a:t>
            </a:r>
          </a:p>
          <a:p>
            <a:r>
              <a:rPr lang="en-US" sz="2000" dirty="0"/>
              <a:t>The Actual vs Predicted plot shows the model works reliably across the full score range, with the strongest accuracy for average students (scores between 50 and 85).</a:t>
            </a:r>
            <a:endParaRPr lang="en-US" sz="2000" dirty="0">
              <a:effectLst/>
            </a:endParaRPr>
          </a:p>
        </p:txBody>
      </p:sp>
      <p:pic>
        <p:nvPicPr>
          <p:cNvPr id="4" name="Image 3">
            <a:extLst>
              <a:ext uri="{FF2B5EF4-FFF2-40B4-BE49-F238E27FC236}">
                <a16:creationId xmlns:a16="http://schemas.microsoft.com/office/drawing/2014/main" id="{D1C235CF-EC3A-9DE8-8B49-7F62438CD255}"/>
              </a:ext>
            </a:extLst>
          </p:cNvPr>
          <p:cNvPicPr>
            <a:picLocks noChangeAspect="1"/>
          </p:cNvPicPr>
          <p:nvPr/>
        </p:nvPicPr>
        <p:blipFill>
          <a:blip r:embed="rId3"/>
          <a:stretch>
            <a:fillRect/>
          </a:stretch>
        </p:blipFill>
        <p:spPr>
          <a:xfrm>
            <a:off x="7699603" y="1261256"/>
            <a:ext cx="3661691" cy="1023120"/>
          </a:xfrm>
          <a:prstGeom prst="rect">
            <a:avLst/>
          </a:prstGeom>
        </p:spPr>
      </p:pic>
      <p:pic>
        <p:nvPicPr>
          <p:cNvPr id="9" name="Image 8">
            <a:extLst>
              <a:ext uri="{FF2B5EF4-FFF2-40B4-BE49-F238E27FC236}">
                <a16:creationId xmlns:a16="http://schemas.microsoft.com/office/drawing/2014/main" id="{8B788511-AF67-59B0-67CA-26F1A9C0C3AA}"/>
              </a:ext>
            </a:extLst>
          </p:cNvPr>
          <p:cNvPicPr>
            <a:picLocks noChangeAspect="1"/>
          </p:cNvPicPr>
          <p:nvPr/>
        </p:nvPicPr>
        <p:blipFill>
          <a:blip r:embed="rId4"/>
          <a:stretch>
            <a:fillRect/>
          </a:stretch>
        </p:blipFill>
        <p:spPr>
          <a:xfrm>
            <a:off x="7335587" y="2408509"/>
            <a:ext cx="4652764" cy="3630895"/>
          </a:xfrm>
          <a:prstGeom prst="rect">
            <a:avLst/>
          </a:prstGeom>
        </p:spPr>
      </p:pic>
    </p:spTree>
    <p:extLst>
      <p:ext uri="{BB962C8B-B14F-4D97-AF65-F5344CB8AC3E}">
        <p14:creationId xmlns:p14="http://schemas.microsoft.com/office/powerpoint/2010/main" val="37694721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E4648-3766-6F93-F332-3665BE33E81F}"/>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C845D770-8055-D0DE-41CD-41C8C4190B17}"/>
              </a:ext>
            </a:extLst>
          </p:cNvPr>
          <p:cNvSpPr>
            <a:spLocks noGrp="1"/>
          </p:cNvSpPr>
          <p:nvPr>
            <p:ph type="title"/>
          </p:nvPr>
        </p:nvSpPr>
        <p:spPr>
          <a:xfrm>
            <a:off x="1218883" y="548680"/>
            <a:ext cx="7251793" cy="949920"/>
          </a:xfrm>
        </p:spPr>
        <p:txBody>
          <a:bodyPr rtlCol="0">
            <a:normAutofit fontScale="90000"/>
          </a:bodyPr>
          <a:lstStyle/>
          <a:p>
            <a:r>
              <a:rPr lang="en-US" dirty="0"/>
              <a:t>6. K-means Clustering Student Behavior Profiles</a:t>
            </a:r>
            <a:endParaRPr lang="en-US" dirty="0">
              <a:effectLst/>
            </a:endParaRPr>
          </a:p>
        </p:txBody>
      </p:sp>
      <p:sp>
        <p:nvSpPr>
          <p:cNvPr id="2" name="Espace réservé du contenu 1">
            <a:extLst>
              <a:ext uri="{FF2B5EF4-FFF2-40B4-BE49-F238E27FC236}">
                <a16:creationId xmlns:a16="http://schemas.microsoft.com/office/drawing/2014/main" id="{419F1502-F835-968D-2868-C5259FCBF90E}"/>
              </a:ext>
            </a:extLst>
          </p:cNvPr>
          <p:cNvSpPr>
            <a:spLocks noGrp="1" noChangeArrowheads="1"/>
          </p:cNvSpPr>
          <p:nvPr>
            <p:ph sz="half" idx="2"/>
          </p:nvPr>
        </p:nvSpPr>
        <p:spPr bwMode="auto">
          <a:xfrm>
            <a:off x="837828" y="1498600"/>
            <a:ext cx="6480720"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dirty="0"/>
              <a:t>Using the key engineered features, we applied K-means clustering and identified four distinct student groups.</a:t>
            </a:r>
          </a:p>
          <a:p>
            <a:pPr marL="0" indent="0">
              <a:buNone/>
            </a:pPr>
            <a:r>
              <a:rPr lang="en-US" sz="2000" b="1" dirty="0"/>
              <a:t>	The Four Profiles (in simple terms):</a:t>
            </a:r>
          </a:p>
          <a:p>
            <a:pPr marL="0" indent="0">
              <a:buNone/>
            </a:pPr>
            <a:r>
              <a:rPr lang="en-US" sz="2000" dirty="0"/>
              <a:t>• </a:t>
            </a:r>
            <a:r>
              <a:rPr lang="en-US" sz="2000" b="1" dirty="0"/>
              <a:t>Cluster 0 – Struggling Students</a:t>
            </a:r>
            <a:r>
              <a:rPr lang="en-US" sz="2000" dirty="0"/>
              <a:t>: Low study time, high distraction hours, lower scores </a:t>
            </a:r>
          </a:p>
          <a:p>
            <a:pPr marL="0" indent="0">
              <a:buNone/>
            </a:pPr>
            <a:r>
              <a:rPr lang="en-US" sz="2000" dirty="0"/>
              <a:t>• </a:t>
            </a:r>
            <a:r>
              <a:rPr lang="en-US" sz="2000" b="1" dirty="0"/>
              <a:t>Cluster 1 – Average Students</a:t>
            </a:r>
            <a:r>
              <a:rPr lang="en-US" sz="2000" dirty="0"/>
              <a:t>: Moderate habits and moderate performance </a:t>
            </a:r>
          </a:p>
          <a:p>
            <a:pPr marL="0" indent="0">
              <a:buNone/>
            </a:pPr>
            <a:r>
              <a:rPr lang="en-US" sz="2000" dirty="0"/>
              <a:t>• </a:t>
            </a:r>
            <a:r>
              <a:rPr lang="en-US" sz="2000" b="1" dirty="0"/>
              <a:t>Cluster 2 – High-Discipline Students</a:t>
            </a:r>
            <a:r>
              <a:rPr lang="en-US" sz="2000" dirty="0"/>
              <a:t>: Strong study habits, low distractions, high scores </a:t>
            </a:r>
          </a:p>
          <a:p>
            <a:pPr marL="0" indent="0">
              <a:buNone/>
            </a:pPr>
            <a:r>
              <a:rPr lang="en-US" sz="2000" dirty="0"/>
              <a:t>• </a:t>
            </a:r>
            <a:r>
              <a:rPr lang="en-US" sz="2000" b="1" dirty="0"/>
              <a:t>Cluster 3 – Excellent Students</a:t>
            </a:r>
            <a:r>
              <a:rPr lang="en-US" sz="2000" dirty="0"/>
              <a:t>: Very high study efficiency and top scores, even with some distractions</a:t>
            </a:r>
          </a:p>
          <a:p>
            <a:pPr marL="0" indent="0">
              <a:buNone/>
            </a:pPr>
            <a:r>
              <a:rPr lang="en-US" sz="2000" dirty="0"/>
              <a:t>These clusters clearly show how different combinations of habits lead to different academic outcomes.</a:t>
            </a:r>
            <a:endParaRPr lang="en-US" sz="2000" dirty="0">
              <a:effectLst/>
            </a:endParaRPr>
          </a:p>
        </p:txBody>
      </p:sp>
      <p:pic>
        <p:nvPicPr>
          <p:cNvPr id="4" name="Image 3">
            <a:extLst>
              <a:ext uri="{FF2B5EF4-FFF2-40B4-BE49-F238E27FC236}">
                <a16:creationId xmlns:a16="http://schemas.microsoft.com/office/drawing/2014/main" id="{F07F187A-AFA1-6D62-4977-C6AE6CA5843B}"/>
              </a:ext>
            </a:extLst>
          </p:cNvPr>
          <p:cNvPicPr>
            <a:picLocks noChangeAspect="1"/>
          </p:cNvPicPr>
          <p:nvPr/>
        </p:nvPicPr>
        <p:blipFill>
          <a:blip r:embed="rId3"/>
          <a:stretch>
            <a:fillRect/>
          </a:stretch>
        </p:blipFill>
        <p:spPr>
          <a:xfrm>
            <a:off x="7006968" y="4653136"/>
            <a:ext cx="5181857" cy="2065579"/>
          </a:xfrm>
          <a:prstGeom prst="rect">
            <a:avLst/>
          </a:prstGeom>
        </p:spPr>
      </p:pic>
      <p:pic>
        <p:nvPicPr>
          <p:cNvPr id="6" name="Image 5">
            <a:extLst>
              <a:ext uri="{FF2B5EF4-FFF2-40B4-BE49-F238E27FC236}">
                <a16:creationId xmlns:a16="http://schemas.microsoft.com/office/drawing/2014/main" id="{8D12733D-759D-6D20-EBAD-C743511A6495}"/>
              </a:ext>
            </a:extLst>
          </p:cNvPr>
          <p:cNvPicPr>
            <a:picLocks noChangeAspect="1"/>
          </p:cNvPicPr>
          <p:nvPr/>
        </p:nvPicPr>
        <p:blipFill>
          <a:blip r:embed="rId4"/>
          <a:stretch>
            <a:fillRect/>
          </a:stretch>
        </p:blipFill>
        <p:spPr>
          <a:xfrm>
            <a:off x="9597896" y="646049"/>
            <a:ext cx="2562433" cy="1705102"/>
          </a:xfrm>
          <a:prstGeom prst="rect">
            <a:avLst/>
          </a:prstGeom>
        </p:spPr>
      </p:pic>
      <p:pic>
        <p:nvPicPr>
          <p:cNvPr id="9" name="Image 8">
            <a:extLst>
              <a:ext uri="{FF2B5EF4-FFF2-40B4-BE49-F238E27FC236}">
                <a16:creationId xmlns:a16="http://schemas.microsoft.com/office/drawing/2014/main" id="{6EB51A62-36E9-766E-18DB-821F30CED69F}"/>
              </a:ext>
            </a:extLst>
          </p:cNvPr>
          <p:cNvPicPr>
            <a:picLocks noChangeAspect="1"/>
          </p:cNvPicPr>
          <p:nvPr/>
        </p:nvPicPr>
        <p:blipFill>
          <a:blip r:embed="rId5"/>
          <a:stretch>
            <a:fillRect/>
          </a:stretch>
        </p:blipFill>
        <p:spPr>
          <a:xfrm>
            <a:off x="7815250" y="2418751"/>
            <a:ext cx="3932877" cy="2234385"/>
          </a:xfrm>
          <a:prstGeom prst="rect">
            <a:avLst/>
          </a:prstGeom>
        </p:spPr>
      </p:pic>
      <p:pic>
        <p:nvPicPr>
          <p:cNvPr id="11" name="Image 10">
            <a:extLst>
              <a:ext uri="{FF2B5EF4-FFF2-40B4-BE49-F238E27FC236}">
                <a16:creationId xmlns:a16="http://schemas.microsoft.com/office/drawing/2014/main" id="{ABF54E01-5E39-EA41-0078-B5DA54823AFD}"/>
              </a:ext>
            </a:extLst>
          </p:cNvPr>
          <p:cNvPicPr>
            <a:picLocks noChangeAspect="1"/>
          </p:cNvPicPr>
          <p:nvPr/>
        </p:nvPicPr>
        <p:blipFill>
          <a:blip r:embed="rId6"/>
          <a:stretch>
            <a:fillRect/>
          </a:stretch>
        </p:blipFill>
        <p:spPr>
          <a:xfrm>
            <a:off x="7200810" y="950868"/>
            <a:ext cx="2216366" cy="1180681"/>
          </a:xfrm>
          <a:prstGeom prst="rect">
            <a:avLst/>
          </a:prstGeom>
        </p:spPr>
      </p:pic>
    </p:spTree>
    <p:extLst>
      <p:ext uri="{BB962C8B-B14F-4D97-AF65-F5344CB8AC3E}">
        <p14:creationId xmlns:p14="http://schemas.microsoft.com/office/powerpoint/2010/main" val="1026259901"/>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66DE817-461E-CFA4-A6FA-52660F5192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894" y="1844824"/>
            <a:ext cx="5058518" cy="377788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EDDEEEF-43EC-0181-CB83-442A59CA2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6420" y="1963690"/>
            <a:ext cx="5715290" cy="3409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8219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9F3DA-F14E-DFD4-73B6-77E87C8555C9}"/>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C815B160-7FCE-6936-32F6-C3C5186A1270}"/>
              </a:ext>
            </a:extLst>
          </p:cNvPr>
          <p:cNvSpPr>
            <a:spLocks noGrp="1"/>
          </p:cNvSpPr>
          <p:nvPr>
            <p:ph type="title"/>
          </p:nvPr>
        </p:nvSpPr>
        <p:spPr>
          <a:xfrm>
            <a:off x="1218883" y="836712"/>
            <a:ext cx="6480720" cy="628365"/>
          </a:xfrm>
        </p:spPr>
        <p:txBody>
          <a:bodyPr rtlCol="0">
            <a:normAutofit fontScale="90000"/>
          </a:bodyPr>
          <a:lstStyle/>
          <a:p>
            <a:r>
              <a:rPr lang="en-US" dirty="0"/>
              <a:t>7. Recommendations Practical Actions for Students and Schools</a:t>
            </a:r>
            <a:endParaRPr lang="en-US" dirty="0">
              <a:effectLst/>
            </a:endParaRPr>
          </a:p>
        </p:txBody>
      </p:sp>
      <p:sp>
        <p:nvSpPr>
          <p:cNvPr id="2" name="Espace réservé du contenu 1">
            <a:extLst>
              <a:ext uri="{FF2B5EF4-FFF2-40B4-BE49-F238E27FC236}">
                <a16:creationId xmlns:a16="http://schemas.microsoft.com/office/drawing/2014/main" id="{DD883249-8470-A29F-29B4-8BE191E3E87A}"/>
              </a:ext>
            </a:extLst>
          </p:cNvPr>
          <p:cNvSpPr>
            <a:spLocks noGrp="1" noChangeArrowheads="1"/>
          </p:cNvSpPr>
          <p:nvPr>
            <p:ph sz="half" idx="2"/>
          </p:nvPr>
        </p:nvSpPr>
        <p:spPr bwMode="auto">
          <a:xfrm>
            <a:off x="837828" y="1880575"/>
            <a:ext cx="9073008" cy="4442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dirty="0"/>
              <a:t>Based on everything we discovered, here are clear, actionable suggestions:</a:t>
            </a:r>
          </a:p>
          <a:p>
            <a:pPr marL="0" indent="0">
              <a:buNone/>
            </a:pPr>
            <a:r>
              <a:rPr lang="en-US" sz="2000" dirty="0"/>
              <a:t>• Make developing strong study habits the top priority – offer structured study programs and quiet study spaces.</a:t>
            </a:r>
          </a:p>
          <a:p>
            <a:pPr marL="0" indent="0">
              <a:buNone/>
            </a:pPr>
            <a:r>
              <a:rPr lang="en-US" sz="2000" dirty="0"/>
              <a:t> • Actively support student mental health with regular wellness check-ins and easy access to counseling. </a:t>
            </a:r>
          </a:p>
          <a:p>
            <a:pPr marL="0" indent="0">
              <a:buNone/>
            </a:pPr>
            <a:r>
              <a:rPr lang="en-US" sz="2000" dirty="0"/>
              <a:t>• Help students cut down on screen distractions through awareness campaigns and tools that block social media and Netflix during study time. </a:t>
            </a:r>
          </a:p>
          <a:p>
            <a:pPr marL="0" indent="0">
              <a:buNone/>
            </a:pPr>
            <a:r>
              <a:rPr lang="en-US" sz="2000" dirty="0"/>
              <a:t>• Promote better sleep and physical activity – average sleep is only 6.47 hours, so run sleep education campaigns and encourage exercise.</a:t>
            </a:r>
          </a:p>
          <a:p>
            <a:pPr marL="0" indent="0">
              <a:buNone/>
            </a:pPr>
            <a:r>
              <a:rPr lang="en-US" sz="2000" dirty="0"/>
              <a:t> • Tailor support to each student group: intensive help for struggling students, motivation workshops for average students, and advanced opportunities for high performers.</a:t>
            </a:r>
            <a:endParaRPr lang="en-US" sz="2000" dirty="0">
              <a:effectLst/>
            </a:endParaRPr>
          </a:p>
        </p:txBody>
      </p:sp>
    </p:spTree>
    <p:extLst>
      <p:ext uri="{BB962C8B-B14F-4D97-AF65-F5344CB8AC3E}">
        <p14:creationId xmlns:p14="http://schemas.microsoft.com/office/powerpoint/2010/main" val="335431129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52A0B-3CB3-2370-EB8F-CBD085DF8DBF}"/>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D74C44ED-BE8F-620C-F644-37C5A62EE652}"/>
              </a:ext>
            </a:extLst>
          </p:cNvPr>
          <p:cNvSpPr>
            <a:spLocks noGrp="1"/>
          </p:cNvSpPr>
          <p:nvPr>
            <p:ph type="title"/>
          </p:nvPr>
        </p:nvSpPr>
        <p:spPr>
          <a:xfrm>
            <a:off x="1218883" y="836712"/>
            <a:ext cx="6243681" cy="1008112"/>
          </a:xfrm>
        </p:spPr>
        <p:txBody>
          <a:bodyPr rtlCol="0">
            <a:normAutofit fontScale="90000"/>
          </a:bodyPr>
          <a:lstStyle/>
          <a:p>
            <a:r>
              <a:rPr lang="en-US" b="1" dirty="0"/>
              <a:t> 8. </a:t>
            </a:r>
            <a:r>
              <a:rPr lang="fr-CI" dirty="0"/>
              <a:t>Limitations and Future Work</a:t>
            </a:r>
            <a:br>
              <a:rPr lang="fr-CI" dirty="0"/>
            </a:br>
            <a:r>
              <a:rPr lang="en-US" b="1" dirty="0"/>
              <a:t> </a:t>
            </a:r>
            <a:endParaRPr lang="fr-FR" dirty="0"/>
          </a:p>
        </p:txBody>
      </p:sp>
      <p:sp>
        <p:nvSpPr>
          <p:cNvPr id="3" name="Rectangle 1">
            <a:extLst>
              <a:ext uri="{FF2B5EF4-FFF2-40B4-BE49-F238E27FC236}">
                <a16:creationId xmlns:a16="http://schemas.microsoft.com/office/drawing/2014/main" id="{3E107B50-FFAC-9E71-0AF3-B5AD2E66559C}"/>
              </a:ext>
            </a:extLst>
          </p:cNvPr>
          <p:cNvSpPr>
            <a:spLocks noChangeArrowheads="1"/>
          </p:cNvSpPr>
          <p:nvPr/>
        </p:nvSpPr>
        <p:spPr bwMode="auto">
          <a:xfrm>
            <a:off x="1053852" y="1490008"/>
            <a:ext cx="756084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b="0" i="0" u="none" strike="noStrike" cap="none" normalizeH="0" baseline="0" dirty="0">
                <a:ln>
                  <a:noFill/>
                </a:ln>
                <a:solidFill>
                  <a:schemeClr val="tx1"/>
                </a:solidFill>
                <a:effectLst/>
                <a:latin typeface="Arial" panose="020B0604020202020204" pitchFamily="34" charset="0"/>
              </a:rPr>
              <a:t>91 </a:t>
            </a:r>
            <a:r>
              <a:rPr kumimoji="0" lang="fr-FR" altLang="fr-FR" sz="2000" b="0" i="0" u="none" strike="noStrike" cap="none" normalizeH="0" baseline="0" dirty="0" err="1">
                <a:ln>
                  <a:noFill/>
                </a:ln>
                <a:solidFill>
                  <a:schemeClr val="tx1"/>
                </a:solidFill>
                <a:effectLst/>
                <a:latin typeface="Arial" panose="020B0604020202020204" pitchFamily="34" charset="0"/>
              </a:rPr>
              <a:t>students</a:t>
            </a:r>
            <a:r>
              <a:rPr kumimoji="0" lang="fr-FR" altLang="fr-FR" sz="2000" b="0" i="0" u="none" strike="noStrike" cap="none" normalizeH="0" baseline="0" dirty="0">
                <a:ln>
                  <a:noFill/>
                </a:ln>
                <a:solidFill>
                  <a:schemeClr val="tx1"/>
                </a:solidFill>
                <a:effectLst/>
                <a:latin typeface="Arial" panose="020B0604020202020204" pitchFamily="34" charset="0"/>
              </a:rPr>
              <a:t> </a:t>
            </a:r>
            <a:r>
              <a:rPr kumimoji="0" lang="fr-FR" altLang="fr-FR" sz="2000" b="0" i="0" u="none" strike="noStrike" cap="none" normalizeH="0" baseline="0" dirty="0" err="1">
                <a:ln>
                  <a:noFill/>
                </a:ln>
                <a:solidFill>
                  <a:schemeClr val="tx1"/>
                </a:solidFill>
                <a:effectLst/>
                <a:latin typeface="Arial" panose="020B0604020202020204" pitchFamily="34" charset="0"/>
              </a:rPr>
              <a:t>had</a:t>
            </a:r>
            <a:r>
              <a:rPr kumimoji="0" lang="fr-FR" altLang="fr-FR" sz="2000" b="0" i="0" u="none" strike="noStrike" cap="none" normalizeH="0" baseline="0" dirty="0">
                <a:ln>
                  <a:noFill/>
                </a:ln>
                <a:solidFill>
                  <a:schemeClr val="tx1"/>
                </a:solidFill>
                <a:effectLst/>
                <a:latin typeface="Arial" panose="020B0604020202020204" pitchFamily="34" charset="0"/>
              </a:rPr>
              <a:t> </a:t>
            </a:r>
            <a:r>
              <a:rPr kumimoji="0" lang="fr-FR" altLang="fr-FR" sz="2000" b="0" i="0" u="none" strike="noStrike" cap="none" normalizeH="0" baseline="0" dirty="0" err="1">
                <a:ln>
                  <a:noFill/>
                </a:ln>
                <a:solidFill>
                  <a:schemeClr val="tx1"/>
                </a:solidFill>
                <a:effectLst/>
                <a:latin typeface="Arial" panose="020B0604020202020204" pitchFamily="34" charset="0"/>
              </a:rPr>
              <a:t>missing</a:t>
            </a:r>
            <a:r>
              <a:rPr kumimoji="0" lang="fr-FR" altLang="fr-FR" sz="2000" b="0" i="0" u="none" strike="noStrike" cap="none" normalizeH="0" baseline="0" dirty="0">
                <a:ln>
                  <a:noFill/>
                </a:ln>
                <a:solidFill>
                  <a:schemeClr val="tx1"/>
                </a:solidFill>
                <a:effectLst/>
                <a:latin typeface="Arial" panose="020B0604020202020204" pitchFamily="34" charset="0"/>
              </a:rPr>
              <a:t> information about parental </a:t>
            </a:r>
            <a:r>
              <a:rPr kumimoji="0" lang="fr-FR" altLang="fr-FR" sz="2000" b="0" i="0" u="none" strike="noStrike" cap="none" normalizeH="0" baseline="0" dirty="0" err="1">
                <a:ln>
                  <a:noFill/>
                </a:ln>
                <a:solidFill>
                  <a:schemeClr val="tx1"/>
                </a:solidFill>
                <a:effectLst/>
                <a:latin typeface="Arial" panose="020B0604020202020204" pitchFamily="34" charset="0"/>
              </a:rPr>
              <a:t>education</a:t>
            </a:r>
            <a:r>
              <a:rPr kumimoji="0" lang="fr-FR" altLang="fr-FR" sz="2000" b="0" i="0" u="none" strike="noStrike" cap="none" normalizeH="0" baseline="0" dirty="0">
                <a:ln>
                  <a:noFill/>
                </a:ln>
                <a:solidFill>
                  <a:schemeClr val="tx1"/>
                </a:solidFill>
                <a:effectLst/>
                <a:latin typeface="Arial" panose="020B0604020202020204" pitchFamily="34" charset="0"/>
              </a:rPr>
              <a:t> </a:t>
            </a:r>
            <a:r>
              <a:rPr kumimoji="0" lang="fr-FR" altLang="fr-FR" sz="2000" b="0" i="0" u="none" strike="noStrike" cap="none" normalizeH="0" baseline="0" dirty="0" err="1">
                <a:ln>
                  <a:noFill/>
                </a:ln>
                <a:solidFill>
                  <a:schemeClr val="tx1"/>
                </a:solidFill>
                <a:effectLst/>
                <a:latin typeface="Arial" panose="020B0604020202020204" pitchFamily="34" charset="0"/>
              </a:rPr>
              <a:t>level</a:t>
            </a:r>
            <a:r>
              <a:rPr kumimoji="0" lang="fr-FR" altLang="fr-FR"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b="0" i="0" u="none" strike="noStrike" cap="none" normalizeH="0" baseline="0" dirty="0" err="1">
                <a:ln>
                  <a:noFill/>
                </a:ln>
                <a:solidFill>
                  <a:schemeClr val="tx1"/>
                </a:solidFill>
                <a:effectLst/>
                <a:latin typeface="Arial" panose="020B0604020202020204" pitchFamily="34" charset="0"/>
              </a:rPr>
              <a:t>We</a:t>
            </a:r>
            <a:r>
              <a:rPr kumimoji="0" lang="fr-FR" altLang="fr-FR" sz="2000" b="0" i="0" u="none" strike="noStrike" cap="none" normalizeH="0" baseline="0" dirty="0">
                <a:ln>
                  <a:noFill/>
                </a:ln>
                <a:solidFill>
                  <a:schemeClr val="tx1"/>
                </a:solidFill>
                <a:effectLst/>
                <a:latin typeface="Arial" panose="020B0604020202020204" pitchFamily="34" charset="0"/>
              </a:rPr>
              <a:t> </a:t>
            </a:r>
            <a:r>
              <a:rPr kumimoji="0" lang="fr-FR" altLang="fr-FR" sz="2000" b="0" i="0" u="none" strike="noStrike" cap="none" normalizeH="0" baseline="0" dirty="0" err="1">
                <a:ln>
                  <a:noFill/>
                </a:ln>
                <a:solidFill>
                  <a:schemeClr val="tx1"/>
                </a:solidFill>
                <a:effectLst/>
                <a:latin typeface="Arial" panose="020B0604020202020204" pitchFamily="34" charset="0"/>
              </a:rPr>
              <a:t>only</a:t>
            </a:r>
            <a:r>
              <a:rPr kumimoji="0" lang="fr-FR" altLang="fr-FR" sz="2000" b="0" i="0" u="none" strike="noStrike" cap="none" normalizeH="0" baseline="0" dirty="0">
                <a:ln>
                  <a:noFill/>
                </a:ln>
                <a:solidFill>
                  <a:schemeClr val="tx1"/>
                </a:solidFill>
                <a:effectLst/>
                <a:latin typeface="Arial" panose="020B0604020202020204" pitchFamily="34" charset="0"/>
              </a:rPr>
              <a:t> </a:t>
            </a:r>
            <a:r>
              <a:rPr kumimoji="0" lang="fr-FR" altLang="fr-FR" sz="2000" b="0" i="0" u="none" strike="noStrike" cap="none" normalizeH="0" baseline="0" dirty="0" err="1">
                <a:ln>
                  <a:noFill/>
                </a:ln>
                <a:solidFill>
                  <a:schemeClr val="tx1"/>
                </a:solidFill>
                <a:effectLst/>
                <a:latin typeface="Arial" panose="020B0604020202020204" pitchFamily="34" charset="0"/>
              </a:rPr>
              <a:t>had</a:t>
            </a:r>
            <a:r>
              <a:rPr kumimoji="0" lang="fr-FR" altLang="fr-FR" sz="2000" b="0" i="0" u="none" strike="noStrike" cap="none" normalizeH="0" baseline="0" dirty="0">
                <a:ln>
                  <a:noFill/>
                </a:ln>
                <a:solidFill>
                  <a:schemeClr val="tx1"/>
                </a:solidFill>
                <a:effectLst/>
                <a:latin typeface="Arial" panose="020B0604020202020204" pitchFamily="34" charset="0"/>
              </a:rPr>
              <a:t> one </a:t>
            </a:r>
            <a:r>
              <a:rPr kumimoji="0" lang="fr-FR" altLang="fr-FR" sz="2000" b="0" i="0" u="none" strike="noStrike" cap="none" normalizeH="0" baseline="0" dirty="0" err="1">
                <a:ln>
                  <a:noFill/>
                </a:ln>
                <a:solidFill>
                  <a:schemeClr val="tx1"/>
                </a:solidFill>
                <a:effectLst/>
                <a:latin typeface="Arial" panose="020B0604020202020204" pitchFamily="34" charset="0"/>
              </a:rPr>
              <a:t>overall</a:t>
            </a:r>
            <a:r>
              <a:rPr kumimoji="0" lang="fr-FR" altLang="fr-FR" sz="2000" b="0" i="0" u="none" strike="noStrike" cap="none" normalizeH="0" baseline="0" dirty="0">
                <a:ln>
                  <a:noFill/>
                </a:ln>
                <a:solidFill>
                  <a:schemeClr val="tx1"/>
                </a:solidFill>
                <a:effectLst/>
                <a:latin typeface="Arial" panose="020B0604020202020204" pitchFamily="34" charset="0"/>
              </a:rPr>
              <a:t> exam score (not grades </a:t>
            </a:r>
            <a:r>
              <a:rPr kumimoji="0" lang="fr-FR" altLang="fr-FR" sz="2000" b="0" i="0" u="none" strike="noStrike" cap="none" normalizeH="0" baseline="0" dirty="0" err="1">
                <a:ln>
                  <a:noFill/>
                </a:ln>
                <a:solidFill>
                  <a:schemeClr val="tx1"/>
                </a:solidFill>
                <a:effectLst/>
                <a:latin typeface="Arial" panose="020B0604020202020204" pitchFamily="34" charset="0"/>
              </a:rPr>
              <a:t>from</a:t>
            </a:r>
            <a:r>
              <a:rPr kumimoji="0" lang="fr-FR" altLang="fr-FR" sz="2000" b="0" i="0" u="none" strike="noStrike" cap="none" normalizeH="0" baseline="0" dirty="0">
                <a:ln>
                  <a:noFill/>
                </a:ln>
                <a:solidFill>
                  <a:schemeClr val="tx1"/>
                </a:solidFill>
                <a:effectLst/>
                <a:latin typeface="Arial" panose="020B0604020202020204" pitchFamily="34" charset="0"/>
              </a:rPr>
              <a:t> multiple </a:t>
            </a:r>
            <a:r>
              <a:rPr kumimoji="0" lang="fr-FR" altLang="fr-FR" sz="2000" b="0" i="0" u="none" strike="noStrike" cap="none" normalizeH="0" baseline="0" dirty="0" err="1">
                <a:ln>
                  <a:noFill/>
                </a:ln>
                <a:solidFill>
                  <a:schemeClr val="tx1"/>
                </a:solidFill>
                <a:effectLst/>
                <a:latin typeface="Arial" panose="020B0604020202020204" pitchFamily="34" charset="0"/>
              </a:rPr>
              <a:t>subjects</a:t>
            </a:r>
            <a:r>
              <a:rPr kumimoji="0" lang="fr-FR" altLang="fr-FR"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b="0" i="0" u="none" strike="noStrike" cap="none" normalizeH="0" baseline="0" dirty="0">
                <a:ln>
                  <a:noFill/>
                </a:ln>
                <a:solidFill>
                  <a:schemeClr val="tx1"/>
                </a:solidFill>
                <a:effectLst/>
                <a:latin typeface="Arial" panose="020B0604020202020204" pitchFamily="34" charset="0"/>
              </a:rPr>
              <a:t>No information about the </a:t>
            </a:r>
            <a:r>
              <a:rPr kumimoji="0" lang="fr-FR" altLang="fr-FR" sz="2000" b="0" i="0" u="none" strike="noStrike" cap="none" normalizeH="0" baseline="0" dirty="0" err="1">
                <a:ln>
                  <a:noFill/>
                </a:ln>
                <a:solidFill>
                  <a:schemeClr val="tx1"/>
                </a:solidFill>
                <a:effectLst/>
                <a:latin typeface="Arial" panose="020B0604020202020204" pitchFamily="34" charset="0"/>
              </a:rPr>
              <a:t>specific</a:t>
            </a:r>
            <a:r>
              <a:rPr kumimoji="0" lang="fr-FR" altLang="fr-FR" sz="2000" b="0" i="0" u="none" strike="noStrike" cap="none" normalizeH="0" baseline="0" dirty="0">
                <a:ln>
                  <a:noFill/>
                </a:ln>
                <a:solidFill>
                  <a:schemeClr val="tx1"/>
                </a:solidFill>
                <a:effectLst/>
                <a:latin typeface="Arial" panose="020B0604020202020204" pitchFamily="34" charset="0"/>
              </a:rPr>
              <a:t> </a:t>
            </a:r>
            <a:r>
              <a:rPr kumimoji="0" lang="fr-FR" altLang="fr-FR" sz="2000" b="0" i="0" u="none" strike="noStrike" cap="none" normalizeH="0" baseline="0" dirty="0" err="1">
                <a:ln>
                  <a:noFill/>
                </a:ln>
                <a:solidFill>
                  <a:schemeClr val="tx1"/>
                </a:solidFill>
                <a:effectLst/>
                <a:latin typeface="Arial" panose="020B0604020202020204" pitchFamily="34" charset="0"/>
              </a:rPr>
              <a:t>school</a:t>
            </a:r>
            <a:r>
              <a:rPr kumimoji="0" lang="fr-FR" altLang="fr-FR" sz="2000" b="0" i="0" u="none" strike="noStrike" cap="none" normalizeH="0" baseline="0" dirty="0">
                <a:ln>
                  <a:noFill/>
                </a:ln>
                <a:solidFill>
                  <a:schemeClr val="tx1"/>
                </a:solidFill>
                <a:effectLst/>
                <a:latin typeface="Arial" panose="020B0604020202020204" pitchFamily="34" charset="0"/>
              </a:rPr>
              <a:t> or country </a:t>
            </a:r>
          </a:p>
        </p:txBody>
      </p:sp>
    </p:spTree>
    <p:extLst>
      <p:ext uri="{BB962C8B-B14F-4D97-AF65-F5344CB8AC3E}">
        <p14:creationId xmlns:p14="http://schemas.microsoft.com/office/powerpoint/2010/main" val="2996117150"/>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CCB39-76FB-8C03-9049-FEBA2C8B3704}"/>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9FC7F6D0-0807-27C1-819D-2A4A51007B2B}"/>
              </a:ext>
            </a:extLst>
          </p:cNvPr>
          <p:cNvSpPr>
            <a:spLocks noGrp="1"/>
          </p:cNvSpPr>
          <p:nvPr>
            <p:ph type="title"/>
          </p:nvPr>
        </p:nvSpPr>
        <p:spPr>
          <a:xfrm>
            <a:off x="1218883" y="836712"/>
            <a:ext cx="3651393" cy="661888"/>
          </a:xfrm>
        </p:spPr>
        <p:txBody>
          <a:bodyPr rtlCol="0">
            <a:normAutofit fontScale="90000"/>
          </a:bodyPr>
          <a:lstStyle/>
          <a:p>
            <a:r>
              <a:rPr lang="fr-CI" dirty="0"/>
              <a:t>9. Final Conclusion</a:t>
            </a:r>
            <a:endParaRPr lang="fr-CI" dirty="0">
              <a:effectLst/>
            </a:endParaRPr>
          </a:p>
        </p:txBody>
      </p:sp>
      <p:sp>
        <p:nvSpPr>
          <p:cNvPr id="2" name="Espace réservé du contenu 1">
            <a:extLst>
              <a:ext uri="{FF2B5EF4-FFF2-40B4-BE49-F238E27FC236}">
                <a16:creationId xmlns:a16="http://schemas.microsoft.com/office/drawing/2014/main" id="{11F79158-AC00-6AA2-545B-42E5836CF521}"/>
              </a:ext>
            </a:extLst>
          </p:cNvPr>
          <p:cNvSpPr>
            <a:spLocks noGrp="1" noChangeArrowheads="1"/>
          </p:cNvSpPr>
          <p:nvPr>
            <p:ph sz="half" idx="2"/>
          </p:nvPr>
        </p:nvSpPr>
        <p:spPr bwMode="auto">
          <a:xfrm>
            <a:off x="1218882" y="2574085"/>
            <a:ext cx="7323801" cy="2419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Academic success is not just about being naturally smart – it is strongly shaped by everyday habits. Study time is the biggest driver, but mental health, wellness, and reduced distractions also matter a great deal. The four student profiles we found make it possible to give much more targeted and practical support instead of generic advice.</a:t>
            </a:r>
            <a:endParaRPr lang="en-US" sz="2400" dirty="0">
              <a:effectLst/>
            </a:endParaRPr>
          </a:p>
        </p:txBody>
      </p:sp>
    </p:spTree>
    <p:extLst>
      <p:ext uri="{BB962C8B-B14F-4D97-AF65-F5344CB8AC3E}">
        <p14:creationId xmlns:p14="http://schemas.microsoft.com/office/powerpoint/2010/main" val="963870997"/>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79FCD-9487-1110-719B-BFB058D33E59}"/>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523906D7-F22C-DC4B-7E40-22804D5B2CFE}"/>
              </a:ext>
            </a:extLst>
          </p:cNvPr>
          <p:cNvSpPr>
            <a:spLocks noGrp="1"/>
          </p:cNvSpPr>
          <p:nvPr>
            <p:ph type="title"/>
          </p:nvPr>
        </p:nvSpPr>
        <p:spPr>
          <a:xfrm>
            <a:off x="1218883" y="836712"/>
            <a:ext cx="3867417" cy="1656184"/>
          </a:xfrm>
        </p:spPr>
        <p:txBody>
          <a:bodyPr rtlCol="0">
            <a:normAutofit/>
          </a:bodyPr>
          <a:lstStyle/>
          <a:p>
            <a:r>
              <a:rPr lang="fr-CI" dirty="0">
                <a:effectLst/>
              </a:rPr>
              <a:t>Part </a:t>
            </a:r>
            <a:r>
              <a:rPr lang="fr-CI" dirty="0"/>
              <a:t>2: </a:t>
            </a:r>
            <a:r>
              <a:rPr lang="fr-CI" dirty="0" err="1"/>
              <a:t>Politician</a:t>
            </a:r>
            <a:r>
              <a:rPr lang="fr-CI" dirty="0"/>
              <a:t> </a:t>
            </a:r>
            <a:r>
              <a:rPr lang="fr-CI" dirty="0" err="1"/>
              <a:t>analysis</a:t>
            </a:r>
            <a:br>
              <a:rPr lang="fr-CI" dirty="0"/>
            </a:br>
            <a:r>
              <a:rPr lang="fr-CI" dirty="0"/>
              <a:t>Henry Konan </a:t>
            </a:r>
            <a:r>
              <a:rPr lang="fr-CI" dirty="0" err="1"/>
              <a:t>Bedie</a:t>
            </a:r>
            <a:endParaRPr lang="fr-CI" dirty="0">
              <a:effectLst/>
            </a:endParaRPr>
          </a:p>
        </p:txBody>
      </p:sp>
      <p:pic>
        <p:nvPicPr>
          <p:cNvPr id="5" name="Image 4">
            <a:extLst>
              <a:ext uri="{FF2B5EF4-FFF2-40B4-BE49-F238E27FC236}">
                <a16:creationId xmlns:a16="http://schemas.microsoft.com/office/drawing/2014/main" id="{2752040C-562B-E82F-7C09-9E4EEA2FD331}"/>
              </a:ext>
            </a:extLst>
          </p:cNvPr>
          <p:cNvPicPr>
            <a:picLocks noChangeAspect="1"/>
          </p:cNvPicPr>
          <p:nvPr/>
        </p:nvPicPr>
        <p:blipFill>
          <a:blip r:embed="rId3"/>
          <a:stretch>
            <a:fillRect/>
          </a:stretch>
        </p:blipFill>
        <p:spPr>
          <a:xfrm>
            <a:off x="5374332" y="1018398"/>
            <a:ext cx="6663862" cy="4821204"/>
          </a:xfrm>
          <a:prstGeom prst="rect">
            <a:avLst/>
          </a:prstGeom>
          <a:ln>
            <a:noFill/>
          </a:ln>
          <a:effectLst>
            <a:softEdge rad="112500"/>
          </a:effectLst>
        </p:spPr>
      </p:pic>
    </p:spTree>
    <p:extLst>
      <p:ext uri="{BB962C8B-B14F-4D97-AF65-F5344CB8AC3E}">
        <p14:creationId xmlns:p14="http://schemas.microsoft.com/office/powerpoint/2010/main" val="41005712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CFAC4-4D79-3C5A-4FC1-961FBA8BD00C}"/>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0B490D98-F434-4C66-C410-0928F06FAB89}"/>
              </a:ext>
            </a:extLst>
          </p:cNvPr>
          <p:cNvSpPr>
            <a:spLocks noGrp="1"/>
          </p:cNvSpPr>
          <p:nvPr>
            <p:ph type="title"/>
          </p:nvPr>
        </p:nvSpPr>
        <p:spPr>
          <a:xfrm>
            <a:off x="1218883" y="836712"/>
            <a:ext cx="3651393" cy="661888"/>
          </a:xfrm>
        </p:spPr>
        <p:txBody>
          <a:bodyPr rtlCol="0">
            <a:normAutofit fontScale="90000"/>
          </a:bodyPr>
          <a:lstStyle/>
          <a:p>
            <a:r>
              <a:rPr lang="fr-CI" dirty="0"/>
              <a:t>1. Introduction &amp; Data </a:t>
            </a:r>
            <a:r>
              <a:rPr lang="fr-CI" dirty="0" err="1"/>
              <a:t>Preparation</a:t>
            </a:r>
            <a:endParaRPr lang="fr-CI" dirty="0">
              <a:effectLst/>
            </a:endParaRPr>
          </a:p>
        </p:txBody>
      </p:sp>
      <p:sp>
        <p:nvSpPr>
          <p:cNvPr id="2" name="Espace réservé du contenu 1">
            <a:extLst>
              <a:ext uri="{FF2B5EF4-FFF2-40B4-BE49-F238E27FC236}">
                <a16:creationId xmlns:a16="http://schemas.microsoft.com/office/drawing/2014/main" id="{FB3E1E86-F0D9-8243-64EC-40A8ECCCDD7B}"/>
              </a:ext>
            </a:extLst>
          </p:cNvPr>
          <p:cNvSpPr>
            <a:spLocks noGrp="1" noChangeArrowheads="1"/>
          </p:cNvSpPr>
          <p:nvPr>
            <p:ph sz="half" idx="2"/>
          </p:nvPr>
        </p:nvSpPr>
        <p:spPr bwMode="auto">
          <a:xfrm>
            <a:off x="1280383" y="1936864"/>
            <a:ext cx="373390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This section presents a Natural Language Processing analysis of a French tribute text about Henri Konan Bédié, former President of Côte d’Ivoire. The text is a single document of roughly 600 words that reads like a commemorative speech honoring his life and legacy.</a:t>
            </a:r>
            <a:endParaRPr lang="en-US" sz="2400" dirty="0">
              <a:effectLst/>
            </a:endParaRPr>
          </a:p>
        </p:txBody>
      </p:sp>
      <p:pic>
        <p:nvPicPr>
          <p:cNvPr id="4" name="Image 3">
            <a:extLst>
              <a:ext uri="{FF2B5EF4-FFF2-40B4-BE49-F238E27FC236}">
                <a16:creationId xmlns:a16="http://schemas.microsoft.com/office/drawing/2014/main" id="{01A9D49A-B38A-992E-FA4D-995437335F75}"/>
              </a:ext>
            </a:extLst>
          </p:cNvPr>
          <p:cNvPicPr>
            <a:picLocks noChangeAspect="1"/>
          </p:cNvPicPr>
          <p:nvPr/>
        </p:nvPicPr>
        <p:blipFill>
          <a:blip r:embed="rId3"/>
          <a:stretch>
            <a:fillRect/>
          </a:stretch>
        </p:blipFill>
        <p:spPr>
          <a:xfrm>
            <a:off x="4958766" y="2428258"/>
            <a:ext cx="7230059" cy="2433532"/>
          </a:xfrm>
          <a:prstGeom prst="rect">
            <a:avLst/>
          </a:prstGeom>
        </p:spPr>
      </p:pic>
    </p:spTree>
    <p:extLst>
      <p:ext uri="{BB962C8B-B14F-4D97-AF65-F5344CB8AC3E}">
        <p14:creationId xmlns:p14="http://schemas.microsoft.com/office/powerpoint/2010/main" val="124167217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4ABAE-385F-8F90-9742-DA41EA72AAE1}"/>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56E612B4-FCE5-61B0-CEF3-926D00497A4E}"/>
              </a:ext>
            </a:extLst>
          </p:cNvPr>
          <p:cNvSpPr>
            <a:spLocks noGrp="1"/>
          </p:cNvSpPr>
          <p:nvPr>
            <p:ph type="title"/>
          </p:nvPr>
        </p:nvSpPr>
        <p:spPr>
          <a:xfrm>
            <a:off x="1218883" y="836712"/>
            <a:ext cx="7899865" cy="1080120"/>
          </a:xfrm>
        </p:spPr>
        <p:txBody>
          <a:bodyPr rtlCol="0">
            <a:normAutofit fontScale="90000"/>
          </a:bodyPr>
          <a:lstStyle/>
          <a:p>
            <a:r>
              <a:rPr lang="fr-CI" dirty="0"/>
              <a:t>2. T</a:t>
            </a:r>
            <a:r>
              <a:rPr lang="en-US" dirty="0" err="1"/>
              <a:t>ext</a:t>
            </a:r>
            <a:r>
              <a:rPr lang="en-US" dirty="0"/>
              <a:t> Cleaning, Tokenization &amp; </a:t>
            </a:r>
            <a:r>
              <a:rPr lang="en-US" dirty="0" err="1"/>
              <a:t>Stopwords</a:t>
            </a:r>
            <a:r>
              <a:rPr lang="en-US" dirty="0"/>
              <a:t> Preparing the Text for Analysis</a:t>
            </a:r>
            <a:br>
              <a:rPr lang="en-US" dirty="0"/>
            </a:br>
            <a:endParaRPr lang="fr-CI" dirty="0">
              <a:effectLst/>
            </a:endParaRPr>
          </a:p>
        </p:txBody>
      </p:sp>
      <p:sp>
        <p:nvSpPr>
          <p:cNvPr id="2" name="Espace réservé du contenu 1">
            <a:extLst>
              <a:ext uri="{FF2B5EF4-FFF2-40B4-BE49-F238E27FC236}">
                <a16:creationId xmlns:a16="http://schemas.microsoft.com/office/drawing/2014/main" id="{4C91F4C5-BA15-762A-352D-7B9E4C2B375B}"/>
              </a:ext>
            </a:extLst>
          </p:cNvPr>
          <p:cNvSpPr>
            <a:spLocks noGrp="1" noChangeArrowheads="1"/>
          </p:cNvSpPr>
          <p:nvPr>
            <p:ph sz="half" idx="2"/>
          </p:nvPr>
        </p:nvSpPr>
        <p:spPr bwMode="auto">
          <a:xfrm>
            <a:off x="826631" y="1906100"/>
            <a:ext cx="5235570" cy="4413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We first cleaned the text by removing citation markers, special characters, and extra spaces, then converted everything to lowercase. Next, we split the text into individual words (tokenization), which gave us 544 meaningful words after removing punctuation. We then removed common French </a:t>
            </a:r>
            <a:r>
              <a:rPr lang="en-US" sz="2400" dirty="0" err="1"/>
              <a:t>stopwords</a:t>
            </a:r>
            <a:r>
              <a:rPr lang="en-US" sz="2400" dirty="0"/>
              <a:t> (words like “le”, “de”, “et”, “à”), which eliminated 44.3 % of the words and left us with the most important content words</a:t>
            </a:r>
            <a:endParaRPr lang="en-US" sz="2400" dirty="0">
              <a:effectLst/>
            </a:endParaRPr>
          </a:p>
        </p:txBody>
      </p:sp>
      <p:pic>
        <p:nvPicPr>
          <p:cNvPr id="4" name="Image 3">
            <a:extLst>
              <a:ext uri="{FF2B5EF4-FFF2-40B4-BE49-F238E27FC236}">
                <a16:creationId xmlns:a16="http://schemas.microsoft.com/office/drawing/2014/main" id="{83A8854D-512C-ED0C-D44B-6474E5927743}"/>
              </a:ext>
            </a:extLst>
          </p:cNvPr>
          <p:cNvPicPr>
            <a:picLocks noChangeAspect="1"/>
          </p:cNvPicPr>
          <p:nvPr/>
        </p:nvPicPr>
        <p:blipFill>
          <a:blip r:embed="rId3"/>
          <a:stretch>
            <a:fillRect/>
          </a:stretch>
        </p:blipFill>
        <p:spPr>
          <a:xfrm>
            <a:off x="7084893" y="1452972"/>
            <a:ext cx="4067709" cy="1769718"/>
          </a:xfrm>
          <a:prstGeom prst="rect">
            <a:avLst/>
          </a:prstGeom>
        </p:spPr>
      </p:pic>
      <p:pic>
        <p:nvPicPr>
          <p:cNvPr id="6" name="Image 5">
            <a:extLst>
              <a:ext uri="{FF2B5EF4-FFF2-40B4-BE49-F238E27FC236}">
                <a16:creationId xmlns:a16="http://schemas.microsoft.com/office/drawing/2014/main" id="{B86C9978-9F4F-E337-1AF3-1EE3D2D0E4BB}"/>
              </a:ext>
            </a:extLst>
          </p:cNvPr>
          <p:cNvPicPr>
            <a:picLocks noChangeAspect="1"/>
          </p:cNvPicPr>
          <p:nvPr/>
        </p:nvPicPr>
        <p:blipFill>
          <a:blip r:embed="rId4"/>
          <a:stretch>
            <a:fillRect/>
          </a:stretch>
        </p:blipFill>
        <p:spPr>
          <a:xfrm>
            <a:off x="6334508" y="3920135"/>
            <a:ext cx="5568478" cy="900458"/>
          </a:xfrm>
          <a:prstGeom prst="rect">
            <a:avLst/>
          </a:prstGeom>
        </p:spPr>
      </p:pic>
    </p:spTree>
    <p:extLst>
      <p:ext uri="{BB962C8B-B14F-4D97-AF65-F5344CB8AC3E}">
        <p14:creationId xmlns:p14="http://schemas.microsoft.com/office/powerpoint/2010/main" val="3535654801"/>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23DC7-7CDF-4B88-A5E4-BC9BD5B4DAF7}"/>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1F920047-DE22-2C06-7315-0875CB974333}"/>
              </a:ext>
            </a:extLst>
          </p:cNvPr>
          <p:cNvSpPr>
            <a:spLocks noGrp="1"/>
          </p:cNvSpPr>
          <p:nvPr>
            <p:ph type="title"/>
          </p:nvPr>
        </p:nvSpPr>
        <p:spPr>
          <a:xfrm>
            <a:off x="1218883" y="836712"/>
            <a:ext cx="6891753" cy="936104"/>
          </a:xfrm>
        </p:spPr>
        <p:txBody>
          <a:bodyPr rtlCol="0">
            <a:normAutofit fontScale="90000"/>
          </a:bodyPr>
          <a:lstStyle/>
          <a:p>
            <a:r>
              <a:rPr lang="en-US" dirty="0"/>
              <a:t>3. Stemming &amp; Lemmatization Normalizing the Words</a:t>
            </a:r>
            <a:endParaRPr lang="en-US" dirty="0">
              <a:effectLst/>
            </a:endParaRPr>
          </a:p>
        </p:txBody>
      </p:sp>
      <p:sp>
        <p:nvSpPr>
          <p:cNvPr id="2" name="Espace réservé du contenu 1">
            <a:extLst>
              <a:ext uri="{FF2B5EF4-FFF2-40B4-BE49-F238E27FC236}">
                <a16:creationId xmlns:a16="http://schemas.microsoft.com/office/drawing/2014/main" id="{E02D71F8-9E6D-6E6C-4503-6F1D23CE90DD}"/>
              </a:ext>
            </a:extLst>
          </p:cNvPr>
          <p:cNvSpPr>
            <a:spLocks noGrp="1" noChangeArrowheads="1"/>
          </p:cNvSpPr>
          <p:nvPr>
            <p:ph sz="half" idx="2"/>
          </p:nvPr>
        </p:nvSpPr>
        <p:spPr bwMode="auto">
          <a:xfrm>
            <a:off x="1002859" y="1913605"/>
            <a:ext cx="3723402" cy="4413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We applied stemming and lemmatization to reduce words to their root forms. Because the tools are mainly designed for English, the effect on this French text was limited. Most key terms (</a:t>
            </a:r>
            <a:r>
              <a:rPr lang="en-US" sz="2400" dirty="0" err="1"/>
              <a:t>président</a:t>
            </a:r>
            <a:r>
              <a:rPr lang="en-US" sz="2400" dirty="0"/>
              <a:t>, </a:t>
            </a:r>
            <a:r>
              <a:rPr lang="en-US" sz="2400" dirty="0" err="1"/>
              <a:t>paix</a:t>
            </a:r>
            <a:r>
              <a:rPr lang="en-US" sz="2400" dirty="0"/>
              <a:t>, Bédié, Ouattara, Gbagbo) stayed almost unchanged, but the step still helped clean up minor variations.</a:t>
            </a:r>
            <a:endParaRPr lang="en-US" sz="2400" dirty="0">
              <a:effectLst/>
            </a:endParaRPr>
          </a:p>
        </p:txBody>
      </p:sp>
      <p:pic>
        <p:nvPicPr>
          <p:cNvPr id="4" name="Image 3">
            <a:extLst>
              <a:ext uri="{FF2B5EF4-FFF2-40B4-BE49-F238E27FC236}">
                <a16:creationId xmlns:a16="http://schemas.microsoft.com/office/drawing/2014/main" id="{836261A2-93E0-4800-E339-491B07542613}"/>
              </a:ext>
            </a:extLst>
          </p:cNvPr>
          <p:cNvPicPr>
            <a:picLocks noChangeAspect="1"/>
          </p:cNvPicPr>
          <p:nvPr/>
        </p:nvPicPr>
        <p:blipFill>
          <a:blip r:embed="rId3"/>
          <a:stretch>
            <a:fillRect/>
          </a:stretch>
        </p:blipFill>
        <p:spPr>
          <a:xfrm>
            <a:off x="5338328" y="1652533"/>
            <a:ext cx="2772308" cy="4844862"/>
          </a:xfrm>
          <a:prstGeom prst="rect">
            <a:avLst/>
          </a:prstGeom>
        </p:spPr>
      </p:pic>
      <p:pic>
        <p:nvPicPr>
          <p:cNvPr id="9" name="Image 8">
            <a:extLst>
              <a:ext uri="{FF2B5EF4-FFF2-40B4-BE49-F238E27FC236}">
                <a16:creationId xmlns:a16="http://schemas.microsoft.com/office/drawing/2014/main" id="{E8913552-EC09-E640-3234-7F3AA8FC483F}"/>
              </a:ext>
            </a:extLst>
          </p:cNvPr>
          <p:cNvPicPr>
            <a:picLocks noChangeAspect="1"/>
          </p:cNvPicPr>
          <p:nvPr/>
        </p:nvPicPr>
        <p:blipFill>
          <a:blip r:embed="rId4"/>
          <a:stretch>
            <a:fillRect/>
          </a:stretch>
        </p:blipFill>
        <p:spPr>
          <a:xfrm>
            <a:off x="8326660" y="1652533"/>
            <a:ext cx="3733251" cy="4847063"/>
          </a:xfrm>
          <a:prstGeom prst="rect">
            <a:avLst/>
          </a:prstGeom>
        </p:spPr>
      </p:pic>
    </p:spTree>
    <p:extLst>
      <p:ext uri="{BB962C8B-B14F-4D97-AF65-F5344CB8AC3E}">
        <p14:creationId xmlns:p14="http://schemas.microsoft.com/office/powerpoint/2010/main" val="2304191097"/>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2D1D6-C331-14AD-1D1F-43037A70A871}"/>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139A1D31-B589-FE3B-1DFA-3CB5C4D7B48C}"/>
              </a:ext>
            </a:extLst>
          </p:cNvPr>
          <p:cNvSpPr>
            <a:spLocks noGrp="1"/>
          </p:cNvSpPr>
          <p:nvPr>
            <p:ph type="title"/>
          </p:nvPr>
        </p:nvSpPr>
        <p:spPr>
          <a:xfrm>
            <a:off x="1218883" y="836712"/>
            <a:ext cx="6891753" cy="936104"/>
          </a:xfrm>
        </p:spPr>
        <p:txBody>
          <a:bodyPr rtlCol="0">
            <a:normAutofit fontScale="90000"/>
          </a:bodyPr>
          <a:lstStyle/>
          <a:p>
            <a:r>
              <a:rPr lang="fr-CI" dirty="0"/>
              <a:t>4. </a:t>
            </a:r>
            <a:r>
              <a:rPr lang="en-US" dirty="0"/>
              <a:t>Word Frequencies &amp; TF-IDF Most Important Words in the Speech</a:t>
            </a:r>
            <a:br>
              <a:rPr lang="en-US" dirty="0"/>
            </a:br>
            <a:endParaRPr lang="fr-CI" dirty="0">
              <a:effectLst/>
            </a:endParaRPr>
          </a:p>
        </p:txBody>
      </p:sp>
      <p:sp>
        <p:nvSpPr>
          <p:cNvPr id="2" name="Espace réservé du contenu 1">
            <a:extLst>
              <a:ext uri="{FF2B5EF4-FFF2-40B4-BE49-F238E27FC236}">
                <a16:creationId xmlns:a16="http://schemas.microsoft.com/office/drawing/2014/main" id="{D140C843-5B6E-D86B-D411-F9921C6AFE42}"/>
              </a:ext>
            </a:extLst>
          </p:cNvPr>
          <p:cNvSpPr>
            <a:spLocks noGrp="1" noChangeArrowheads="1"/>
          </p:cNvSpPr>
          <p:nvPr>
            <p:ph sz="half" idx="2"/>
          </p:nvPr>
        </p:nvSpPr>
        <p:spPr bwMode="auto">
          <a:xfrm>
            <a:off x="580243" y="1412776"/>
            <a:ext cx="5012197" cy="2419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The most frequently used words clearly show the main themes of the text: “</a:t>
            </a:r>
            <a:r>
              <a:rPr lang="en-US" sz="2400" dirty="0" err="1"/>
              <a:t>président</a:t>
            </a:r>
            <a:r>
              <a:rPr lang="en-US" sz="2400" dirty="0"/>
              <a:t>” appears most often, followed by “</a:t>
            </a:r>
            <a:r>
              <a:rPr lang="en-US" sz="2400" dirty="0" err="1"/>
              <a:t>paix</a:t>
            </a:r>
            <a:r>
              <a:rPr lang="en-US" sz="2400" dirty="0"/>
              <a:t>” (peace), “homme” (man), “Bédié”, “pays” (country), and “</a:t>
            </a:r>
            <a:r>
              <a:rPr lang="en-US" sz="2400" dirty="0" err="1"/>
              <a:t>ivoiriens</a:t>
            </a:r>
            <a:r>
              <a:rPr lang="en-US" sz="2400" dirty="0"/>
              <a:t>” (Ivorian people).</a:t>
            </a:r>
            <a:endParaRPr lang="en-US" sz="2400" dirty="0">
              <a:effectLst/>
            </a:endParaRPr>
          </a:p>
        </p:txBody>
      </p:sp>
      <p:pic>
        <p:nvPicPr>
          <p:cNvPr id="9" name="Image 8">
            <a:extLst>
              <a:ext uri="{FF2B5EF4-FFF2-40B4-BE49-F238E27FC236}">
                <a16:creationId xmlns:a16="http://schemas.microsoft.com/office/drawing/2014/main" id="{571F1DCF-0D90-BB75-9FFE-A44E236E0A30}"/>
              </a:ext>
            </a:extLst>
          </p:cNvPr>
          <p:cNvPicPr>
            <a:picLocks noChangeAspect="1"/>
          </p:cNvPicPr>
          <p:nvPr/>
        </p:nvPicPr>
        <p:blipFill>
          <a:blip r:embed="rId3"/>
          <a:stretch>
            <a:fillRect/>
          </a:stretch>
        </p:blipFill>
        <p:spPr>
          <a:xfrm>
            <a:off x="5592440" y="1722112"/>
            <a:ext cx="7896225" cy="4219575"/>
          </a:xfrm>
          <a:prstGeom prst="rect">
            <a:avLst/>
          </a:prstGeom>
        </p:spPr>
      </p:pic>
      <p:pic>
        <p:nvPicPr>
          <p:cNvPr id="4" name="Image 3">
            <a:extLst>
              <a:ext uri="{FF2B5EF4-FFF2-40B4-BE49-F238E27FC236}">
                <a16:creationId xmlns:a16="http://schemas.microsoft.com/office/drawing/2014/main" id="{26C51D3B-39A2-FC05-AD15-74CFBDD5976E}"/>
              </a:ext>
            </a:extLst>
          </p:cNvPr>
          <p:cNvPicPr>
            <a:picLocks noChangeAspect="1"/>
          </p:cNvPicPr>
          <p:nvPr/>
        </p:nvPicPr>
        <p:blipFill>
          <a:blip r:embed="rId4"/>
          <a:stretch>
            <a:fillRect/>
          </a:stretch>
        </p:blipFill>
        <p:spPr>
          <a:xfrm>
            <a:off x="8762230" y="1722112"/>
            <a:ext cx="3426595" cy="4448917"/>
          </a:xfrm>
          <a:prstGeom prst="rect">
            <a:avLst/>
          </a:prstGeom>
        </p:spPr>
      </p:pic>
      <p:sp>
        <p:nvSpPr>
          <p:cNvPr id="11" name="ZoneTexte 10">
            <a:extLst>
              <a:ext uri="{FF2B5EF4-FFF2-40B4-BE49-F238E27FC236}">
                <a16:creationId xmlns:a16="http://schemas.microsoft.com/office/drawing/2014/main" id="{DBDA19E2-10A4-967E-08B9-D1FD848D956B}"/>
              </a:ext>
            </a:extLst>
          </p:cNvPr>
          <p:cNvSpPr txBox="1"/>
          <p:nvPr/>
        </p:nvSpPr>
        <p:spPr>
          <a:xfrm>
            <a:off x="765820" y="3746357"/>
            <a:ext cx="5012196" cy="2677656"/>
          </a:xfrm>
          <a:prstGeom prst="rect">
            <a:avLst/>
          </a:prstGeom>
          <a:noFill/>
        </p:spPr>
        <p:txBody>
          <a:bodyPr wrap="square">
            <a:spAutoFit/>
          </a:bodyPr>
          <a:lstStyle/>
          <a:p>
            <a:pPr>
              <a:buNone/>
            </a:pPr>
            <a:r>
              <a:rPr lang="en-US" dirty="0">
                <a:effectLst/>
              </a:rPr>
              <a:t>The TF-IDF analysis confirms that words related to leadership, peace, national unity, and respect for Bédié’s legacy carry the strongest importance. A word cloud and bar chart of the top 20 words highlight “</a:t>
            </a:r>
            <a:r>
              <a:rPr lang="en-US" dirty="0" err="1">
                <a:effectLst/>
              </a:rPr>
              <a:t>président</a:t>
            </a:r>
            <a:r>
              <a:rPr lang="en-US" dirty="0">
                <a:effectLst/>
              </a:rPr>
              <a:t>”, “</a:t>
            </a:r>
            <a:r>
              <a:rPr lang="en-US" dirty="0" err="1">
                <a:effectLst/>
              </a:rPr>
              <a:t>paix</a:t>
            </a:r>
            <a:r>
              <a:rPr lang="en-US" dirty="0">
                <a:effectLst/>
              </a:rPr>
              <a:t>”, and “Bédié” as the dominant terms.</a:t>
            </a:r>
          </a:p>
        </p:txBody>
      </p:sp>
    </p:spTree>
    <p:extLst>
      <p:ext uri="{BB962C8B-B14F-4D97-AF65-F5344CB8AC3E}">
        <p14:creationId xmlns:p14="http://schemas.microsoft.com/office/powerpoint/2010/main" val="3399903353"/>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E9E54-4526-0123-0FCC-A8BC1DEBA5B2}"/>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8850EE7E-48E7-A3A5-FCEC-CA70CB3EAF2D}"/>
              </a:ext>
            </a:extLst>
          </p:cNvPr>
          <p:cNvSpPr>
            <a:spLocks noGrp="1"/>
          </p:cNvSpPr>
          <p:nvPr>
            <p:ph type="title"/>
          </p:nvPr>
        </p:nvSpPr>
        <p:spPr>
          <a:xfrm>
            <a:off x="1218882" y="1052736"/>
            <a:ext cx="6459705" cy="504056"/>
          </a:xfrm>
        </p:spPr>
        <p:txBody>
          <a:bodyPr rtlCol="0">
            <a:normAutofit fontScale="90000"/>
          </a:bodyPr>
          <a:lstStyle/>
          <a:p>
            <a:r>
              <a:rPr lang="en-US" dirty="0"/>
              <a:t>4. Sentiment Analysis Emotional Tone of the Text</a:t>
            </a:r>
            <a:endParaRPr lang="en-US" dirty="0">
              <a:effectLst/>
            </a:endParaRPr>
          </a:p>
        </p:txBody>
      </p:sp>
      <p:sp>
        <p:nvSpPr>
          <p:cNvPr id="2" name="Espace réservé du contenu 1">
            <a:extLst>
              <a:ext uri="{FF2B5EF4-FFF2-40B4-BE49-F238E27FC236}">
                <a16:creationId xmlns:a16="http://schemas.microsoft.com/office/drawing/2014/main" id="{76B99CCD-31BD-370B-F415-A25B3902AF58}"/>
              </a:ext>
            </a:extLst>
          </p:cNvPr>
          <p:cNvSpPr>
            <a:spLocks noGrp="1" noChangeArrowheads="1"/>
          </p:cNvSpPr>
          <p:nvPr>
            <p:ph sz="half" idx="2"/>
          </p:nvPr>
        </p:nvSpPr>
        <p:spPr bwMode="auto">
          <a:xfrm>
            <a:off x="837828" y="1530005"/>
            <a:ext cx="6336704" cy="4901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We analyzed the sentiment of each sentence using </a:t>
            </a:r>
            <a:r>
              <a:rPr lang="en-US" sz="2400" dirty="0" err="1"/>
              <a:t>TextBlob</a:t>
            </a:r>
            <a:r>
              <a:rPr lang="en-US" sz="2400" dirty="0"/>
              <a:t>. The overall sentiment is slightly positive (average score 0.0294). Out of 34 sentences: </a:t>
            </a:r>
          </a:p>
          <a:p>
            <a:pPr marL="0" indent="0">
              <a:buNone/>
            </a:pPr>
            <a:r>
              <a:rPr lang="en-US" sz="2400" dirty="0"/>
              <a:t>• 2 were positive </a:t>
            </a:r>
          </a:p>
          <a:p>
            <a:pPr marL="0" indent="0">
              <a:buNone/>
            </a:pPr>
            <a:r>
              <a:rPr lang="en-US" sz="2400" dirty="0"/>
              <a:t>• 0 were negative </a:t>
            </a:r>
          </a:p>
          <a:p>
            <a:pPr marL="0" indent="0">
              <a:buNone/>
            </a:pPr>
            <a:r>
              <a:rPr lang="en-US" sz="2400" dirty="0"/>
              <a:t>• 32 were neutral</a:t>
            </a:r>
          </a:p>
          <a:p>
            <a:pPr marL="0" indent="0">
              <a:buNone/>
            </a:pPr>
            <a:r>
              <a:rPr lang="en-US" sz="2400" dirty="0"/>
              <a:t>The tone is calm, respectful, and dignified – exactly what you would expect in a commemorative speech. The speaker focuses on gratitude, hope, and reconciliation rather than sadness or criticism.</a:t>
            </a:r>
            <a:endParaRPr lang="en-US" sz="2400" dirty="0">
              <a:effectLst/>
            </a:endParaRPr>
          </a:p>
        </p:txBody>
      </p:sp>
      <p:pic>
        <p:nvPicPr>
          <p:cNvPr id="4" name="Image 3">
            <a:extLst>
              <a:ext uri="{FF2B5EF4-FFF2-40B4-BE49-F238E27FC236}">
                <a16:creationId xmlns:a16="http://schemas.microsoft.com/office/drawing/2014/main" id="{C24F0607-D6EC-88AD-59FB-BB2AF61F1F4A}"/>
              </a:ext>
            </a:extLst>
          </p:cNvPr>
          <p:cNvPicPr>
            <a:picLocks noChangeAspect="1"/>
          </p:cNvPicPr>
          <p:nvPr/>
        </p:nvPicPr>
        <p:blipFill>
          <a:blip r:embed="rId3"/>
          <a:stretch>
            <a:fillRect/>
          </a:stretch>
        </p:blipFill>
        <p:spPr>
          <a:xfrm>
            <a:off x="4870276" y="2708920"/>
            <a:ext cx="7251942" cy="1903866"/>
          </a:xfrm>
          <a:prstGeom prst="rect">
            <a:avLst/>
          </a:prstGeom>
        </p:spPr>
      </p:pic>
    </p:spTree>
    <p:extLst>
      <p:ext uri="{BB962C8B-B14F-4D97-AF65-F5344CB8AC3E}">
        <p14:creationId xmlns:p14="http://schemas.microsoft.com/office/powerpoint/2010/main" val="1308396635"/>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7A9E-DEB1-687F-B699-5B416F01D458}"/>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DB1FACB3-CA1A-ACC2-26C1-E1A9BAA4E458}"/>
              </a:ext>
            </a:extLst>
          </p:cNvPr>
          <p:cNvSpPr>
            <a:spLocks noGrp="1"/>
          </p:cNvSpPr>
          <p:nvPr>
            <p:ph type="title"/>
          </p:nvPr>
        </p:nvSpPr>
        <p:spPr>
          <a:xfrm>
            <a:off x="1218883" y="836712"/>
            <a:ext cx="3651393" cy="661888"/>
          </a:xfrm>
        </p:spPr>
        <p:txBody>
          <a:bodyPr rtlCol="0">
            <a:normAutofit fontScale="90000"/>
          </a:bodyPr>
          <a:lstStyle/>
          <a:p>
            <a:r>
              <a:rPr lang="fr-CI" dirty="0" err="1"/>
              <a:t>Overall</a:t>
            </a:r>
            <a:r>
              <a:rPr lang="fr-CI" dirty="0"/>
              <a:t> Conclusion</a:t>
            </a:r>
            <a:endParaRPr lang="fr-CI" dirty="0">
              <a:effectLst/>
            </a:endParaRPr>
          </a:p>
        </p:txBody>
      </p:sp>
      <p:sp>
        <p:nvSpPr>
          <p:cNvPr id="2" name="Espace réservé du contenu 1">
            <a:extLst>
              <a:ext uri="{FF2B5EF4-FFF2-40B4-BE49-F238E27FC236}">
                <a16:creationId xmlns:a16="http://schemas.microsoft.com/office/drawing/2014/main" id="{210982E1-F971-9168-1C36-F4C58906FFC6}"/>
              </a:ext>
            </a:extLst>
          </p:cNvPr>
          <p:cNvSpPr>
            <a:spLocks noGrp="1" noChangeArrowheads="1"/>
          </p:cNvSpPr>
          <p:nvPr>
            <p:ph sz="half" idx="2"/>
          </p:nvPr>
        </p:nvSpPr>
        <p:spPr bwMode="auto">
          <a:xfrm>
            <a:off x="1218882" y="2740284"/>
            <a:ext cx="7323801" cy="208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This is a respectful tribute speech honoring Henri Konan Bédié’s role as president and his contribution to peace. The frequent emphasis on leadership, peace, and the Ivorian people shows the speaker’s desire to celebrate Bédié’s legacy while promoting national unity and reconciliation.</a:t>
            </a:r>
            <a:endParaRPr lang="en-US" sz="2400" dirty="0">
              <a:effectLst/>
            </a:endParaRPr>
          </a:p>
        </p:txBody>
      </p:sp>
      <p:pic>
        <p:nvPicPr>
          <p:cNvPr id="6" name="Image 5">
            <a:extLst>
              <a:ext uri="{FF2B5EF4-FFF2-40B4-BE49-F238E27FC236}">
                <a16:creationId xmlns:a16="http://schemas.microsoft.com/office/drawing/2014/main" id="{FD0B27D6-BF7A-4CED-5A41-0AF3BC878138}"/>
              </a:ext>
            </a:extLst>
          </p:cNvPr>
          <p:cNvPicPr>
            <a:picLocks noChangeAspect="1"/>
          </p:cNvPicPr>
          <p:nvPr/>
        </p:nvPicPr>
        <p:blipFill>
          <a:blip r:embed="rId3"/>
          <a:stretch>
            <a:fillRect/>
          </a:stretch>
        </p:blipFill>
        <p:spPr>
          <a:xfrm>
            <a:off x="9046740" y="124293"/>
            <a:ext cx="2437956" cy="2086725"/>
          </a:xfrm>
          <a:prstGeom prst="rect">
            <a:avLst/>
          </a:prstGeom>
        </p:spPr>
      </p:pic>
      <p:pic>
        <p:nvPicPr>
          <p:cNvPr id="1026" name="Picture 2">
            <a:extLst>
              <a:ext uri="{FF2B5EF4-FFF2-40B4-BE49-F238E27FC236}">
                <a16:creationId xmlns:a16="http://schemas.microsoft.com/office/drawing/2014/main" id="{61694A2A-B2D9-B2C7-E713-335B8591E9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8668" y="3212976"/>
            <a:ext cx="3283619" cy="2394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10147"/>
      </p:ext>
    </p:extLst>
  </p:cSld>
  <p:clrMapOvr>
    <a:masterClrMapping/>
  </p:clrMapOvr>
  <p:transition spd="med">
    <p:pull/>
  </p:transition>
</p:sld>
</file>

<file path=ppt/theme/theme1.xml><?xml version="1.0" encoding="utf-8"?>
<a:theme xmlns:a="http://schemas.openxmlformats.org/drawingml/2006/main" name="Technologie 16: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Office_9533257_TF02787990_TF02787990.potx" id="{ABCB071B-19A3-44BE-B302-F4BBE7E3E2D5}" vid="{F4600F28-01B2-4FC5-9857-5FFF9F08051B}"/>
    </a:ext>
  </a:extLst>
</a:theme>
</file>

<file path=ppt/theme/theme2.xml><?xml version="1.0" encoding="utf-8"?>
<a:theme xmlns:a="http://schemas.openxmlformats.org/drawingml/2006/main" name="Thème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Thème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Présentation Circuit à trois lignes (grand écran)</Template>
  <TotalTime>564</TotalTime>
  <Words>1631</Words>
  <Application>Microsoft Office PowerPoint</Application>
  <PresentationFormat>Personnalisé</PresentationFormat>
  <Paragraphs>120</Paragraphs>
  <Slides>22</Slides>
  <Notes>20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22</vt:i4>
      </vt:variant>
    </vt:vector>
  </HeadingPairs>
  <TitlesOfParts>
    <vt:vector size="26" baseType="lpstr">
      <vt:lpstr>Arial</vt:lpstr>
      <vt:lpstr>Calibri</vt:lpstr>
      <vt:lpstr>universalSans</vt:lpstr>
      <vt:lpstr>Technologie 16:9</vt:lpstr>
      <vt:lpstr>   Data Analytics  </vt:lpstr>
      <vt:lpstr>CONTENT:</vt:lpstr>
      <vt:lpstr> Introduction </vt:lpstr>
      <vt:lpstr> 2. Data Overview &amp; Preparation  </vt:lpstr>
      <vt:lpstr>Présentation PowerPoint</vt:lpstr>
      <vt:lpstr>3. Exploratory Data Analysis Key Variable Overview</vt:lpstr>
      <vt:lpstr>Présentation PowerPoint</vt:lpstr>
      <vt:lpstr>3.2 Correlation Analysis What Really Drives Exam Scores?</vt:lpstr>
      <vt:lpstr>4. Statistical Analysis Main Insights from the Data</vt:lpstr>
      <vt:lpstr> 5. Predictive Modeling Linear Regression Results  </vt:lpstr>
      <vt:lpstr>6. K-means Clustering Student Behavior Profiles</vt:lpstr>
      <vt:lpstr>Présentation PowerPoint</vt:lpstr>
      <vt:lpstr>7. Recommendations Practical Actions for Students and Schools</vt:lpstr>
      <vt:lpstr> 8. Limitations and Future Work  </vt:lpstr>
      <vt:lpstr>9. Final Conclusion</vt:lpstr>
      <vt:lpstr>Part 2: Politician analysis Henry Konan Bedie</vt:lpstr>
      <vt:lpstr>1. Introduction &amp; Data Preparation</vt:lpstr>
      <vt:lpstr>2. Text Cleaning, Tokenization &amp; Stopwords Preparing the Text for Analysis </vt:lpstr>
      <vt:lpstr>3. Stemming &amp; Lemmatization Normalizing the Words</vt:lpstr>
      <vt:lpstr>4. Word Frequencies &amp; TF-IDF Most Important Words in the Speech </vt:lpstr>
      <vt:lpstr>4. Sentiment Analysis Emotional Tone of the Text</vt:lpstr>
      <vt:lpstr>Overall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Kimberly NUNEKPEKU</dc:creator>
  <cp:lastModifiedBy>Kimberly NUNEKPEKU</cp:lastModifiedBy>
  <cp:revision>1</cp:revision>
  <dcterms:created xsi:type="dcterms:W3CDTF">2026-04-15T14:16:07Z</dcterms:created>
  <dcterms:modified xsi:type="dcterms:W3CDTF">2026-04-16T12:01:20Z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